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21396950" cx="15087600"/>
  <p:notesSz cx="6858000" cy="9144000"/>
  <p:embeddedFontLst>
    <p:embeddedFont>
      <p:font typeface="Montserrat"/>
      <p:regular r:id="rId7"/>
      <p:bold r:id="rId8"/>
      <p:italic r:id="rId9"/>
      <p:boldItalic r:id="rId10"/>
    </p:embeddedFont>
    <p:embeddedFont>
      <p:font typeface="Poppins"/>
      <p:regular r:id="rId11"/>
      <p:bold r:id="rId12"/>
      <p:italic r:id="rId13"/>
      <p:boldItalic r:id="rId14"/>
    </p:embeddedFont>
    <p:embeddedFont>
      <p:font typeface="Montserrat Medium"/>
      <p:regular r:id="rId15"/>
      <p:bold r:id="rId16"/>
      <p:italic r:id="rId17"/>
      <p:boldItalic r:id="rId18"/>
    </p:embeddedFont>
    <p:embeddedFont>
      <p:font typeface="Poppins SemiBold"/>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46EEB5-D0E9-42BC-B157-74F6A3C92D9B}">
  <a:tblStyle styleId="{DA46EEB5-D0E9-42BC-B157-74F6A3C92D9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PoppinsSemiBold-bold.fntdata"/><Relationship Id="rId11" Type="http://schemas.openxmlformats.org/officeDocument/2006/relationships/font" Target="fonts/Poppins-regular.fntdata"/><Relationship Id="rId22" Type="http://schemas.openxmlformats.org/officeDocument/2006/relationships/font" Target="fonts/PoppinsSemiBold-boldItalic.fntdata"/><Relationship Id="rId10" Type="http://schemas.openxmlformats.org/officeDocument/2006/relationships/font" Target="fonts/Montserrat-boldItalic.fntdata"/><Relationship Id="rId21" Type="http://schemas.openxmlformats.org/officeDocument/2006/relationships/font" Target="fonts/PoppinsSemiBold-italic.fntdata"/><Relationship Id="rId13" Type="http://schemas.openxmlformats.org/officeDocument/2006/relationships/font" Target="fonts/Poppins-italic.fntdata"/><Relationship Id="rId12" Type="http://schemas.openxmlformats.org/officeDocument/2006/relationships/font" Target="fonts/Poppins-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font" Target="fonts/Montserrat-italic.fntdata"/><Relationship Id="rId15" Type="http://schemas.openxmlformats.org/officeDocument/2006/relationships/font" Target="fonts/MontserratMedium-regular.fntdata"/><Relationship Id="rId14" Type="http://schemas.openxmlformats.org/officeDocument/2006/relationships/font" Target="fonts/Poppins-boldItalic.fntdata"/><Relationship Id="rId17" Type="http://schemas.openxmlformats.org/officeDocument/2006/relationships/font" Target="fonts/MontserratMedium-italic.fntdata"/><Relationship Id="rId16" Type="http://schemas.openxmlformats.org/officeDocument/2006/relationships/font" Target="fonts/MontserratMedium-bold.fntdata"/><Relationship Id="rId5" Type="http://schemas.openxmlformats.org/officeDocument/2006/relationships/notesMaster" Target="notesMasters/notesMaster1.xml"/><Relationship Id="rId19" Type="http://schemas.openxmlformats.org/officeDocument/2006/relationships/font" Target="fonts/PoppinsSemiBold-regular.fntdata"/><Relationship Id="rId6" Type="http://schemas.openxmlformats.org/officeDocument/2006/relationships/slide" Target="slides/slide1.xml"/><Relationship Id="rId18" Type="http://schemas.openxmlformats.org/officeDocument/2006/relationships/font" Target="fonts/MontserratMedium-boldItalic.fntdata"/><Relationship Id="rId7" Type="http://schemas.openxmlformats.org/officeDocument/2006/relationships/font" Target="fonts/Montserrat-regular.fntdata"/><Relationship Id="rId8" Type="http://schemas.openxmlformats.org/officeDocument/2006/relationships/font" Target="fonts/Montserra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20380" y="685800"/>
            <a:ext cx="241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220380" y="685800"/>
            <a:ext cx="2418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514319" y="3097431"/>
            <a:ext cx="14058900" cy="8538900"/>
          </a:xfrm>
          <a:prstGeom prst="rect">
            <a:avLst/>
          </a:prstGeom>
        </p:spPr>
        <p:txBody>
          <a:bodyPr anchorCtr="0" anchor="b" bIns="227350" lIns="227350" spcFirstLastPara="1" rIns="227350" wrap="square" tIns="227350">
            <a:normAutofit/>
          </a:bodyPr>
          <a:lstStyle>
            <a:lvl1pPr lvl="0" algn="ctr">
              <a:spcBef>
                <a:spcPts val="0"/>
              </a:spcBef>
              <a:spcAft>
                <a:spcPts val="0"/>
              </a:spcAft>
              <a:buSzPts val="12900"/>
              <a:buNone/>
              <a:defRPr sz="12900"/>
            </a:lvl1pPr>
            <a:lvl2pPr lvl="1" algn="ctr">
              <a:spcBef>
                <a:spcPts val="0"/>
              </a:spcBef>
              <a:spcAft>
                <a:spcPts val="0"/>
              </a:spcAft>
              <a:buSzPts val="12900"/>
              <a:buNone/>
              <a:defRPr sz="12900"/>
            </a:lvl2pPr>
            <a:lvl3pPr lvl="2" algn="ctr">
              <a:spcBef>
                <a:spcPts val="0"/>
              </a:spcBef>
              <a:spcAft>
                <a:spcPts val="0"/>
              </a:spcAft>
              <a:buSzPts val="12900"/>
              <a:buNone/>
              <a:defRPr sz="12900"/>
            </a:lvl3pPr>
            <a:lvl4pPr lvl="3" algn="ctr">
              <a:spcBef>
                <a:spcPts val="0"/>
              </a:spcBef>
              <a:spcAft>
                <a:spcPts val="0"/>
              </a:spcAft>
              <a:buSzPts val="12900"/>
              <a:buNone/>
              <a:defRPr sz="12900"/>
            </a:lvl4pPr>
            <a:lvl5pPr lvl="4" algn="ctr">
              <a:spcBef>
                <a:spcPts val="0"/>
              </a:spcBef>
              <a:spcAft>
                <a:spcPts val="0"/>
              </a:spcAft>
              <a:buSzPts val="12900"/>
              <a:buNone/>
              <a:defRPr sz="12900"/>
            </a:lvl5pPr>
            <a:lvl6pPr lvl="5" algn="ctr">
              <a:spcBef>
                <a:spcPts val="0"/>
              </a:spcBef>
              <a:spcAft>
                <a:spcPts val="0"/>
              </a:spcAft>
              <a:buSzPts val="12900"/>
              <a:buNone/>
              <a:defRPr sz="12900"/>
            </a:lvl6pPr>
            <a:lvl7pPr lvl="6" algn="ctr">
              <a:spcBef>
                <a:spcPts val="0"/>
              </a:spcBef>
              <a:spcAft>
                <a:spcPts val="0"/>
              </a:spcAft>
              <a:buSzPts val="12900"/>
              <a:buNone/>
              <a:defRPr sz="12900"/>
            </a:lvl7pPr>
            <a:lvl8pPr lvl="7" algn="ctr">
              <a:spcBef>
                <a:spcPts val="0"/>
              </a:spcBef>
              <a:spcAft>
                <a:spcPts val="0"/>
              </a:spcAft>
              <a:buSzPts val="12900"/>
              <a:buNone/>
              <a:defRPr sz="12900"/>
            </a:lvl8pPr>
            <a:lvl9pPr lvl="8" algn="ctr">
              <a:spcBef>
                <a:spcPts val="0"/>
              </a:spcBef>
              <a:spcAft>
                <a:spcPts val="0"/>
              </a:spcAft>
              <a:buSzPts val="12900"/>
              <a:buNone/>
              <a:defRPr sz="12900"/>
            </a:lvl9pPr>
          </a:lstStyle>
          <a:p/>
        </p:txBody>
      </p:sp>
      <p:sp>
        <p:nvSpPr>
          <p:cNvPr id="11" name="Google Shape;11;p2"/>
          <p:cNvSpPr txBox="1"/>
          <p:nvPr>
            <p:ph idx="1" type="subTitle"/>
          </p:nvPr>
        </p:nvSpPr>
        <p:spPr>
          <a:xfrm>
            <a:off x="514305" y="11789954"/>
            <a:ext cx="14058900" cy="3297300"/>
          </a:xfrm>
          <a:prstGeom prst="rect">
            <a:avLst/>
          </a:prstGeom>
        </p:spPr>
        <p:txBody>
          <a:bodyPr anchorCtr="0" anchor="t" bIns="227350" lIns="227350" spcFirstLastPara="1" rIns="227350" wrap="square" tIns="227350">
            <a:normAutofit/>
          </a:bodyPr>
          <a:lstStyle>
            <a:lvl1pPr lvl="0" algn="ctr">
              <a:lnSpc>
                <a:spcPct val="100000"/>
              </a:lnSpc>
              <a:spcBef>
                <a:spcPts val="0"/>
              </a:spcBef>
              <a:spcAft>
                <a:spcPts val="0"/>
              </a:spcAft>
              <a:buSzPts val="7000"/>
              <a:buNone/>
              <a:defRPr sz="7000"/>
            </a:lvl1pPr>
            <a:lvl2pPr lvl="1" algn="ctr">
              <a:lnSpc>
                <a:spcPct val="100000"/>
              </a:lnSpc>
              <a:spcBef>
                <a:spcPts val="0"/>
              </a:spcBef>
              <a:spcAft>
                <a:spcPts val="0"/>
              </a:spcAft>
              <a:buSzPts val="7000"/>
              <a:buNone/>
              <a:defRPr sz="7000"/>
            </a:lvl2pPr>
            <a:lvl3pPr lvl="2" algn="ctr">
              <a:lnSpc>
                <a:spcPct val="100000"/>
              </a:lnSpc>
              <a:spcBef>
                <a:spcPts val="0"/>
              </a:spcBef>
              <a:spcAft>
                <a:spcPts val="0"/>
              </a:spcAft>
              <a:buSzPts val="7000"/>
              <a:buNone/>
              <a:defRPr sz="7000"/>
            </a:lvl3pPr>
            <a:lvl4pPr lvl="3" algn="ctr">
              <a:lnSpc>
                <a:spcPct val="100000"/>
              </a:lnSpc>
              <a:spcBef>
                <a:spcPts val="0"/>
              </a:spcBef>
              <a:spcAft>
                <a:spcPts val="0"/>
              </a:spcAft>
              <a:buSzPts val="7000"/>
              <a:buNone/>
              <a:defRPr sz="7000"/>
            </a:lvl4pPr>
            <a:lvl5pPr lvl="4" algn="ctr">
              <a:lnSpc>
                <a:spcPct val="100000"/>
              </a:lnSpc>
              <a:spcBef>
                <a:spcPts val="0"/>
              </a:spcBef>
              <a:spcAft>
                <a:spcPts val="0"/>
              </a:spcAft>
              <a:buSzPts val="7000"/>
              <a:buNone/>
              <a:defRPr sz="7000"/>
            </a:lvl5pPr>
            <a:lvl6pPr lvl="5" algn="ctr">
              <a:lnSpc>
                <a:spcPct val="100000"/>
              </a:lnSpc>
              <a:spcBef>
                <a:spcPts val="0"/>
              </a:spcBef>
              <a:spcAft>
                <a:spcPts val="0"/>
              </a:spcAft>
              <a:buSzPts val="7000"/>
              <a:buNone/>
              <a:defRPr sz="7000"/>
            </a:lvl6pPr>
            <a:lvl7pPr lvl="6" algn="ctr">
              <a:lnSpc>
                <a:spcPct val="100000"/>
              </a:lnSpc>
              <a:spcBef>
                <a:spcPts val="0"/>
              </a:spcBef>
              <a:spcAft>
                <a:spcPts val="0"/>
              </a:spcAft>
              <a:buSzPts val="7000"/>
              <a:buNone/>
              <a:defRPr sz="7000"/>
            </a:lvl7pPr>
            <a:lvl8pPr lvl="7" algn="ctr">
              <a:lnSpc>
                <a:spcPct val="100000"/>
              </a:lnSpc>
              <a:spcBef>
                <a:spcPts val="0"/>
              </a:spcBef>
              <a:spcAft>
                <a:spcPts val="0"/>
              </a:spcAft>
              <a:buSzPts val="7000"/>
              <a:buNone/>
              <a:defRPr sz="7000"/>
            </a:lvl8pPr>
            <a:lvl9pPr lvl="8" algn="ctr">
              <a:lnSpc>
                <a:spcPct val="100000"/>
              </a:lnSpc>
              <a:spcBef>
                <a:spcPts val="0"/>
              </a:spcBef>
              <a:spcAft>
                <a:spcPts val="0"/>
              </a:spcAft>
              <a:buSzPts val="7000"/>
              <a:buNone/>
              <a:defRPr sz="7000"/>
            </a:lvl9pPr>
          </a:lstStyle>
          <a:p/>
        </p:txBody>
      </p:sp>
      <p:sp>
        <p:nvSpPr>
          <p:cNvPr id="12" name="Google Shape;12;p2"/>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514305" y="8947532"/>
            <a:ext cx="14058900" cy="3501900"/>
          </a:xfrm>
          <a:prstGeom prst="rect">
            <a:avLst/>
          </a:prstGeom>
        </p:spPr>
        <p:txBody>
          <a:bodyPr anchorCtr="0" anchor="ctr" bIns="227350" lIns="227350" spcFirstLastPara="1" rIns="227350" wrap="square" tIns="227350">
            <a:normAutofit/>
          </a:bodyPr>
          <a:lstStyle>
            <a:lvl1pPr lvl="0" algn="ctr">
              <a:spcBef>
                <a:spcPts val="0"/>
              </a:spcBef>
              <a:spcAft>
                <a:spcPts val="0"/>
              </a:spcAft>
              <a:buSzPts val="9000"/>
              <a:buNone/>
              <a:defRPr sz="9000"/>
            </a:lvl1pPr>
            <a:lvl2pPr lvl="1" algn="ctr">
              <a:spcBef>
                <a:spcPts val="0"/>
              </a:spcBef>
              <a:spcAft>
                <a:spcPts val="0"/>
              </a:spcAft>
              <a:buSzPts val="9000"/>
              <a:buNone/>
              <a:defRPr sz="9000"/>
            </a:lvl2pPr>
            <a:lvl3pPr lvl="2" algn="ctr">
              <a:spcBef>
                <a:spcPts val="0"/>
              </a:spcBef>
              <a:spcAft>
                <a:spcPts val="0"/>
              </a:spcAft>
              <a:buSzPts val="9000"/>
              <a:buNone/>
              <a:defRPr sz="9000"/>
            </a:lvl3pPr>
            <a:lvl4pPr lvl="3" algn="ctr">
              <a:spcBef>
                <a:spcPts val="0"/>
              </a:spcBef>
              <a:spcAft>
                <a:spcPts val="0"/>
              </a:spcAft>
              <a:buSzPts val="9000"/>
              <a:buNone/>
              <a:defRPr sz="9000"/>
            </a:lvl4pPr>
            <a:lvl5pPr lvl="4" algn="ctr">
              <a:spcBef>
                <a:spcPts val="0"/>
              </a:spcBef>
              <a:spcAft>
                <a:spcPts val="0"/>
              </a:spcAft>
              <a:buSzPts val="9000"/>
              <a:buNone/>
              <a:defRPr sz="9000"/>
            </a:lvl5pPr>
            <a:lvl6pPr lvl="5" algn="ctr">
              <a:spcBef>
                <a:spcPts val="0"/>
              </a:spcBef>
              <a:spcAft>
                <a:spcPts val="0"/>
              </a:spcAft>
              <a:buSzPts val="9000"/>
              <a:buNone/>
              <a:defRPr sz="9000"/>
            </a:lvl6pPr>
            <a:lvl7pPr lvl="6" algn="ctr">
              <a:spcBef>
                <a:spcPts val="0"/>
              </a:spcBef>
              <a:spcAft>
                <a:spcPts val="0"/>
              </a:spcAft>
              <a:buSzPts val="9000"/>
              <a:buNone/>
              <a:defRPr sz="9000"/>
            </a:lvl7pPr>
            <a:lvl8pPr lvl="7" algn="ctr">
              <a:spcBef>
                <a:spcPts val="0"/>
              </a:spcBef>
              <a:spcAft>
                <a:spcPts val="0"/>
              </a:spcAft>
              <a:buSzPts val="9000"/>
              <a:buNone/>
              <a:defRPr sz="9000"/>
            </a:lvl8pPr>
            <a:lvl9pPr lvl="8" algn="ctr">
              <a:spcBef>
                <a:spcPts val="0"/>
              </a:spcBef>
              <a:spcAft>
                <a:spcPts val="0"/>
              </a:spcAft>
              <a:buSzPts val="9000"/>
              <a:buNone/>
              <a:defRPr sz="9000"/>
            </a:lvl9pPr>
          </a:lstStyle>
          <a:p/>
        </p:txBody>
      </p:sp>
      <p:sp>
        <p:nvSpPr>
          <p:cNvPr id="15" name="Google Shape;15;p3"/>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14305" y="1851303"/>
            <a:ext cx="14058900" cy="2382300"/>
          </a:xfrm>
          <a:prstGeom prst="rect">
            <a:avLst/>
          </a:prstGeom>
        </p:spPr>
        <p:txBody>
          <a:bodyPr anchorCtr="0" anchor="t" bIns="227350" lIns="227350" spcFirstLastPara="1" rIns="227350" wrap="square" tIns="227350">
            <a:normAutofit/>
          </a:bodyPr>
          <a:lstStyle>
            <a:lvl1pPr lvl="0">
              <a:spcBef>
                <a:spcPts val="0"/>
              </a:spcBef>
              <a:spcAft>
                <a:spcPts val="0"/>
              </a:spcAft>
              <a:buSzPts val="7000"/>
              <a:buNone/>
              <a:defRPr/>
            </a:lvl1pPr>
            <a:lvl2pPr lvl="1">
              <a:spcBef>
                <a:spcPts val="0"/>
              </a:spcBef>
              <a:spcAft>
                <a:spcPts val="0"/>
              </a:spcAft>
              <a:buSzPts val="7000"/>
              <a:buNone/>
              <a:defRPr/>
            </a:lvl2pPr>
            <a:lvl3pPr lvl="2">
              <a:spcBef>
                <a:spcPts val="0"/>
              </a:spcBef>
              <a:spcAft>
                <a:spcPts val="0"/>
              </a:spcAft>
              <a:buSzPts val="7000"/>
              <a:buNone/>
              <a:defRPr/>
            </a:lvl3pPr>
            <a:lvl4pPr lvl="3">
              <a:spcBef>
                <a:spcPts val="0"/>
              </a:spcBef>
              <a:spcAft>
                <a:spcPts val="0"/>
              </a:spcAft>
              <a:buSzPts val="7000"/>
              <a:buNone/>
              <a:defRPr/>
            </a:lvl4pPr>
            <a:lvl5pPr lvl="4">
              <a:spcBef>
                <a:spcPts val="0"/>
              </a:spcBef>
              <a:spcAft>
                <a:spcPts val="0"/>
              </a:spcAft>
              <a:buSzPts val="7000"/>
              <a:buNone/>
              <a:defRPr/>
            </a:lvl5pPr>
            <a:lvl6pPr lvl="5">
              <a:spcBef>
                <a:spcPts val="0"/>
              </a:spcBef>
              <a:spcAft>
                <a:spcPts val="0"/>
              </a:spcAft>
              <a:buSzPts val="7000"/>
              <a:buNone/>
              <a:defRPr/>
            </a:lvl6pPr>
            <a:lvl7pPr lvl="6">
              <a:spcBef>
                <a:spcPts val="0"/>
              </a:spcBef>
              <a:spcAft>
                <a:spcPts val="0"/>
              </a:spcAft>
              <a:buSzPts val="7000"/>
              <a:buNone/>
              <a:defRPr/>
            </a:lvl7pPr>
            <a:lvl8pPr lvl="7">
              <a:spcBef>
                <a:spcPts val="0"/>
              </a:spcBef>
              <a:spcAft>
                <a:spcPts val="0"/>
              </a:spcAft>
              <a:buSzPts val="7000"/>
              <a:buNone/>
              <a:defRPr/>
            </a:lvl8pPr>
            <a:lvl9pPr lvl="8">
              <a:spcBef>
                <a:spcPts val="0"/>
              </a:spcBef>
              <a:spcAft>
                <a:spcPts val="0"/>
              </a:spcAft>
              <a:buSzPts val="7000"/>
              <a:buNone/>
              <a:defRPr/>
            </a:lvl9pPr>
          </a:lstStyle>
          <a:p/>
        </p:txBody>
      </p:sp>
      <p:sp>
        <p:nvSpPr>
          <p:cNvPr id="18" name="Google Shape;18;p4"/>
          <p:cNvSpPr txBox="1"/>
          <p:nvPr>
            <p:ph idx="1" type="body"/>
          </p:nvPr>
        </p:nvSpPr>
        <p:spPr>
          <a:xfrm>
            <a:off x="514305" y="4794294"/>
            <a:ext cx="14058900" cy="14212200"/>
          </a:xfrm>
          <a:prstGeom prst="rect">
            <a:avLst/>
          </a:prstGeom>
        </p:spPr>
        <p:txBody>
          <a:bodyPr anchorCtr="0" anchor="t" bIns="227350" lIns="227350" spcFirstLastPara="1" rIns="227350" wrap="square" tIns="227350">
            <a:normAutofit/>
          </a:bodyPr>
          <a:lstStyle>
            <a:lvl1pPr indent="-514350" lvl="0" marL="457200">
              <a:spcBef>
                <a:spcPts val="0"/>
              </a:spcBef>
              <a:spcAft>
                <a:spcPts val="0"/>
              </a:spcAft>
              <a:buSzPts val="4500"/>
              <a:buChar char="●"/>
              <a:defRPr/>
            </a:lvl1pPr>
            <a:lvl2pPr indent="-450850" lvl="1" marL="914400">
              <a:spcBef>
                <a:spcPts val="0"/>
              </a:spcBef>
              <a:spcAft>
                <a:spcPts val="0"/>
              </a:spcAft>
              <a:buSzPts val="3500"/>
              <a:buChar char="○"/>
              <a:defRPr/>
            </a:lvl2pPr>
            <a:lvl3pPr indent="-450850" lvl="2" marL="1371600">
              <a:spcBef>
                <a:spcPts val="0"/>
              </a:spcBef>
              <a:spcAft>
                <a:spcPts val="0"/>
              </a:spcAft>
              <a:buSzPts val="3500"/>
              <a:buChar char="■"/>
              <a:defRPr/>
            </a:lvl3pPr>
            <a:lvl4pPr indent="-450850" lvl="3" marL="1828800">
              <a:spcBef>
                <a:spcPts val="0"/>
              </a:spcBef>
              <a:spcAft>
                <a:spcPts val="0"/>
              </a:spcAft>
              <a:buSzPts val="3500"/>
              <a:buChar char="●"/>
              <a:defRPr/>
            </a:lvl4pPr>
            <a:lvl5pPr indent="-450850" lvl="4" marL="2286000">
              <a:spcBef>
                <a:spcPts val="0"/>
              </a:spcBef>
              <a:spcAft>
                <a:spcPts val="0"/>
              </a:spcAft>
              <a:buSzPts val="3500"/>
              <a:buChar char="○"/>
              <a:defRPr/>
            </a:lvl5pPr>
            <a:lvl6pPr indent="-450850" lvl="5" marL="2743200">
              <a:spcBef>
                <a:spcPts val="0"/>
              </a:spcBef>
              <a:spcAft>
                <a:spcPts val="0"/>
              </a:spcAft>
              <a:buSzPts val="3500"/>
              <a:buChar char="■"/>
              <a:defRPr/>
            </a:lvl6pPr>
            <a:lvl7pPr indent="-450850" lvl="6" marL="3200400">
              <a:spcBef>
                <a:spcPts val="0"/>
              </a:spcBef>
              <a:spcAft>
                <a:spcPts val="0"/>
              </a:spcAft>
              <a:buSzPts val="3500"/>
              <a:buChar char="●"/>
              <a:defRPr/>
            </a:lvl7pPr>
            <a:lvl8pPr indent="-450850" lvl="7" marL="3657600">
              <a:spcBef>
                <a:spcPts val="0"/>
              </a:spcBef>
              <a:spcAft>
                <a:spcPts val="0"/>
              </a:spcAft>
              <a:buSzPts val="3500"/>
              <a:buChar char="○"/>
              <a:defRPr/>
            </a:lvl8pPr>
            <a:lvl9pPr indent="-450850" lvl="8" marL="4114800">
              <a:spcBef>
                <a:spcPts val="0"/>
              </a:spcBef>
              <a:spcAft>
                <a:spcPts val="0"/>
              </a:spcAft>
              <a:buSzPts val="3500"/>
              <a:buChar char="■"/>
              <a:defRPr/>
            </a:lvl9pPr>
          </a:lstStyle>
          <a:p/>
        </p:txBody>
      </p:sp>
      <p:sp>
        <p:nvSpPr>
          <p:cNvPr id="19" name="Google Shape;19;p4"/>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514305" y="1851303"/>
            <a:ext cx="14058900" cy="2382300"/>
          </a:xfrm>
          <a:prstGeom prst="rect">
            <a:avLst/>
          </a:prstGeom>
        </p:spPr>
        <p:txBody>
          <a:bodyPr anchorCtr="0" anchor="t" bIns="227350" lIns="227350" spcFirstLastPara="1" rIns="227350" wrap="square" tIns="227350">
            <a:normAutofit/>
          </a:bodyPr>
          <a:lstStyle>
            <a:lvl1pPr lvl="0">
              <a:spcBef>
                <a:spcPts val="0"/>
              </a:spcBef>
              <a:spcAft>
                <a:spcPts val="0"/>
              </a:spcAft>
              <a:buSzPts val="7000"/>
              <a:buNone/>
              <a:defRPr/>
            </a:lvl1pPr>
            <a:lvl2pPr lvl="1">
              <a:spcBef>
                <a:spcPts val="0"/>
              </a:spcBef>
              <a:spcAft>
                <a:spcPts val="0"/>
              </a:spcAft>
              <a:buSzPts val="7000"/>
              <a:buNone/>
              <a:defRPr/>
            </a:lvl2pPr>
            <a:lvl3pPr lvl="2">
              <a:spcBef>
                <a:spcPts val="0"/>
              </a:spcBef>
              <a:spcAft>
                <a:spcPts val="0"/>
              </a:spcAft>
              <a:buSzPts val="7000"/>
              <a:buNone/>
              <a:defRPr/>
            </a:lvl3pPr>
            <a:lvl4pPr lvl="3">
              <a:spcBef>
                <a:spcPts val="0"/>
              </a:spcBef>
              <a:spcAft>
                <a:spcPts val="0"/>
              </a:spcAft>
              <a:buSzPts val="7000"/>
              <a:buNone/>
              <a:defRPr/>
            </a:lvl4pPr>
            <a:lvl5pPr lvl="4">
              <a:spcBef>
                <a:spcPts val="0"/>
              </a:spcBef>
              <a:spcAft>
                <a:spcPts val="0"/>
              </a:spcAft>
              <a:buSzPts val="7000"/>
              <a:buNone/>
              <a:defRPr/>
            </a:lvl5pPr>
            <a:lvl6pPr lvl="5">
              <a:spcBef>
                <a:spcPts val="0"/>
              </a:spcBef>
              <a:spcAft>
                <a:spcPts val="0"/>
              </a:spcAft>
              <a:buSzPts val="7000"/>
              <a:buNone/>
              <a:defRPr/>
            </a:lvl6pPr>
            <a:lvl7pPr lvl="6">
              <a:spcBef>
                <a:spcPts val="0"/>
              </a:spcBef>
              <a:spcAft>
                <a:spcPts val="0"/>
              </a:spcAft>
              <a:buSzPts val="7000"/>
              <a:buNone/>
              <a:defRPr/>
            </a:lvl7pPr>
            <a:lvl8pPr lvl="7">
              <a:spcBef>
                <a:spcPts val="0"/>
              </a:spcBef>
              <a:spcAft>
                <a:spcPts val="0"/>
              </a:spcAft>
              <a:buSzPts val="7000"/>
              <a:buNone/>
              <a:defRPr/>
            </a:lvl8pPr>
            <a:lvl9pPr lvl="8">
              <a:spcBef>
                <a:spcPts val="0"/>
              </a:spcBef>
              <a:spcAft>
                <a:spcPts val="0"/>
              </a:spcAft>
              <a:buSzPts val="7000"/>
              <a:buNone/>
              <a:defRPr/>
            </a:lvl9pPr>
          </a:lstStyle>
          <a:p/>
        </p:txBody>
      </p:sp>
      <p:sp>
        <p:nvSpPr>
          <p:cNvPr id="22" name="Google Shape;22;p5"/>
          <p:cNvSpPr txBox="1"/>
          <p:nvPr>
            <p:ph idx="1" type="body"/>
          </p:nvPr>
        </p:nvSpPr>
        <p:spPr>
          <a:xfrm>
            <a:off x="514305" y="4794294"/>
            <a:ext cx="6599700" cy="14212200"/>
          </a:xfrm>
          <a:prstGeom prst="rect">
            <a:avLst/>
          </a:prstGeom>
        </p:spPr>
        <p:txBody>
          <a:bodyPr anchorCtr="0" anchor="t" bIns="227350" lIns="227350" spcFirstLastPara="1" rIns="227350" wrap="square" tIns="227350">
            <a:normAutofit/>
          </a:bodyPr>
          <a:lstStyle>
            <a:lvl1pPr indent="-450850" lvl="0" marL="457200">
              <a:spcBef>
                <a:spcPts val="0"/>
              </a:spcBef>
              <a:spcAft>
                <a:spcPts val="0"/>
              </a:spcAft>
              <a:buSzPts val="3500"/>
              <a:buChar char="●"/>
              <a:defRPr sz="3500"/>
            </a:lvl1pPr>
            <a:lvl2pPr indent="-419100" lvl="1" marL="914400">
              <a:spcBef>
                <a:spcPts val="0"/>
              </a:spcBef>
              <a:spcAft>
                <a:spcPts val="0"/>
              </a:spcAft>
              <a:buSzPts val="3000"/>
              <a:buChar char="○"/>
              <a:defRPr sz="3000"/>
            </a:lvl2pPr>
            <a:lvl3pPr indent="-419100" lvl="2" marL="1371600">
              <a:spcBef>
                <a:spcPts val="0"/>
              </a:spcBef>
              <a:spcAft>
                <a:spcPts val="0"/>
              </a:spcAft>
              <a:buSzPts val="3000"/>
              <a:buChar char="■"/>
              <a:defRPr sz="3000"/>
            </a:lvl3pPr>
            <a:lvl4pPr indent="-419100" lvl="3" marL="1828800">
              <a:spcBef>
                <a:spcPts val="0"/>
              </a:spcBef>
              <a:spcAft>
                <a:spcPts val="0"/>
              </a:spcAft>
              <a:buSzPts val="3000"/>
              <a:buChar char="●"/>
              <a:defRPr sz="3000"/>
            </a:lvl4pPr>
            <a:lvl5pPr indent="-419100" lvl="4" marL="2286000">
              <a:spcBef>
                <a:spcPts val="0"/>
              </a:spcBef>
              <a:spcAft>
                <a:spcPts val="0"/>
              </a:spcAft>
              <a:buSzPts val="3000"/>
              <a:buChar char="○"/>
              <a:defRPr sz="3000"/>
            </a:lvl5pPr>
            <a:lvl6pPr indent="-419100" lvl="5" marL="2743200">
              <a:spcBef>
                <a:spcPts val="0"/>
              </a:spcBef>
              <a:spcAft>
                <a:spcPts val="0"/>
              </a:spcAft>
              <a:buSzPts val="3000"/>
              <a:buChar char="■"/>
              <a:defRPr sz="3000"/>
            </a:lvl6pPr>
            <a:lvl7pPr indent="-419100" lvl="6" marL="3200400">
              <a:spcBef>
                <a:spcPts val="0"/>
              </a:spcBef>
              <a:spcAft>
                <a:spcPts val="0"/>
              </a:spcAft>
              <a:buSzPts val="3000"/>
              <a:buChar char="●"/>
              <a:defRPr sz="3000"/>
            </a:lvl7pPr>
            <a:lvl8pPr indent="-419100" lvl="7" marL="3657600">
              <a:spcBef>
                <a:spcPts val="0"/>
              </a:spcBef>
              <a:spcAft>
                <a:spcPts val="0"/>
              </a:spcAft>
              <a:buSzPts val="3000"/>
              <a:buChar char="○"/>
              <a:defRPr sz="3000"/>
            </a:lvl8pPr>
            <a:lvl9pPr indent="-419100" lvl="8" marL="4114800">
              <a:spcBef>
                <a:spcPts val="0"/>
              </a:spcBef>
              <a:spcAft>
                <a:spcPts val="0"/>
              </a:spcAft>
              <a:buSzPts val="3000"/>
              <a:buChar char="■"/>
              <a:defRPr sz="3000"/>
            </a:lvl9pPr>
          </a:lstStyle>
          <a:p/>
        </p:txBody>
      </p:sp>
      <p:sp>
        <p:nvSpPr>
          <p:cNvPr id="23" name="Google Shape;23;p5"/>
          <p:cNvSpPr txBox="1"/>
          <p:nvPr>
            <p:ph idx="2" type="body"/>
          </p:nvPr>
        </p:nvSpPr>
        <p:spPr>
          <a:xfrm>
            <a:off x="7973460" y="4794294"/>
            <a:ext cx="6599700" cy="14212200"/>
          </a:xfrm>
          <a:prstGeom prst="rect">
            <a:avLst/>
          </a:prstGeom>
        </p:spPr>
        <p:txBody>
          <a:bodyPr anchorCtr="0" anchor="t" bIns="227350" lIns="227350" spcFirstLastPara="1" rIns="227350" wrap="square" tIns="227350">
            <a:normAutofit/>
          </a:bodyPr>
          <a:lstStyle>
            <a:lvl1pPr indent="-450850" lvl="0" marL="457200">
              <a:spcBef>
                <a:spcPts val="0"/>
              </a:spcBef>
              <a:spcAft>
                <a:spcPts val="0"/>
              </a:spcAft>
              <a:buSzPts val="3500"/>
              <a:buChar char="●"/>
              <a:defRPr sz="3500"/>
            </a:lvl1pPr>
            <a:lvl2pPr indent="-419100" lvl="1" marL="914400">
              <a:spcBef>
                <a:spcPts val="0"/>
              </a:spcBef>
              <a:spcAft>
                <a:spcPts val="0"/>
              </a:spcAft>
              <a:buSzPts val="3000"/>
              <a:buChar char="○"/>
              <a:defRPr sz="3000"/>
            </a:lvl2pPr>
            <a:lvl3pPr indent="-419100" lvl="2" marL="1371600">
              <a:spcBef>
                <a:spcPts val="0"/>
              </a:spcBef>
              <a:spcAft>
                <a:spcPts val="0"/>
              </a:spcAft>
              <a:buSzPts val="3000"/>
              <a:buChar char="■"/>
              <a:defRPr sz="3000"/>
            </a:lvl3pPr>
            <a:lvl4pPr indent="-419100" lvl="3" marL="1828800">
              <a:spcBef>
                <a:spcPts val="0"/>
              </a:spcBef>
              <a:spcAft>
                <a:spcPts val="0"/>
              </a:spcAft>
              <a:buSzPts val="3000"/>
              <a:buChar char="●"/>
              <a:defRPr sz="3000"/>
            </a:lvl4pPr>
            <a:lvl5pPr indent="-419100" lvl="4" marL="2286000">
              <a:spcBef>
                <a:spcPts val="0"/>
              </a:spcBef>
              <a:spcAft>
                <a:spcPts val="0"/>
              </a:spcAft>
              <a:buSzPts val="3000"/>
              <a:buChar char="○"/>
              <a:defRPr sz="3000"/>
            </a:lvl5pPr>
            <a:lvl6pPr indent="-419100" lvl="5" marL="2743200">
              <a:spcBef>
                <a:spcPts val="0"/>
              </a:spcBef>
              <a:spcAft>
                <a:spcPts val="0"/>
              </a:spcAft>
              <a:buSzPts val="3000"/>
              <a:buChar char="■"/>
              <a:defRPr sz="3000"/>
            </a:lvl6pPr>
            <a:lvl7pPr indent="-419100" lvl="6" marL="3200400">
              <a:spcBef>
                <a:spcPts val="0"/>
              </a:spcBef>
              <a:spcAft>
                <a:spcPts val="0"/>
              </a:spcAft>
              <a:buSzPts val="3000"/>
              <a:buChar char="●"/>
              <a:defRPr sz="3000"/>
            </a:lvl7pPr>
            <a:lvl8pPr indent="-419100" lvl="7" marL="3657600">
              <a:spcBef>
                <a:spcPts val="0"/>
              </a:spcBef>
              <a:spcAft>
                <a:spcPts val="0"/>
              </a:spcAft>
              <a:buSzPts val="3000"/>
              <a:buChar char="○"/>
              <a:defRPr sz="3000"/>
            </a:lvl8pPr>
            <a:lvl9pPr indent="-419100" lvl="8" marL="4114800">
              <a:spcBef>
                <a:spcPts val="0"/>
              </a:spcBef>
              <a:spcAft>
                <a:spcPts val="0"/>
              </a:spcAft>
              <a:buSzPts val="3000"/>
              <a:buChar char="■"/>
              <a:defRPr sz="3000"/>
            </a:lvl9pPr>
          </a:lstStyle>
          <a:p/>
        </p:txBody>
      </p:sp>
      <p:sp>
        <p:nvSpPr>
          <p:cNvPr id="24" name="Google Shape;24;p5"/>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514305" y="1851303"/>
            <a:ext cx="14058900" cy="2382300"/>
          </a:xfrm>
          <a:prstGeom prst="rect">
            <a:avLst/>
          </a:prstGeom>
        </p:spPr>
        <p:txBody>
          <a:bodyPr anchorCtr="0" anchor="t" bIns="227350" lIns="227350" spcFirstLastPara="1" rIns="227350" wrap="square" tIns="227350">
            <a:normAutofit/>
          </a:bodyPr>
          <a:lstStyle>
            <a:lvl1pPr lvl="0">
              <a:spcBef>
                <a:spcPts val="0"/>
              </a:spcBef>
              <a:spcAft>
                <a:spcPts val="0"/>
              </a:spcAft>
              <a:buSzPts val="7000"/>
              <a:buNone/>
              <a:defRPr/>
            </a:lvl1pPr>
            <a:lvl2pPr lvl="1">
              <a:spcBef>
                <a:spcPts val="0"/>
              </a:spcBef>
              <a:spcAft>
                <a:spcPts val="0"/>
              </a:spcAft>
              <a:buSzPts val="7000"/>
              <a:buNone/>
              <a:defRPr/>
            </a:lvl2pPr>
            <a:lvl3pPr lvl="2">
              <a:spcBef>
                <a:spcPts val="0"/>
              </a:spcBef>
              <a:spcAft>
                <a:spcPts val="0"/>
              </a:spcAft>
              <a:buSzPts val="7000"/>
              <a:buNone/>
              <a:defRPr/>
            </a:lvl3pPr>
            <a:lvl4pPr lvl="3">
              <a:spcBef>
                <a:spcPts val="0"/>
              </a:spcBef>
              <a:spcAft>
                <a:spcPts val="0"/>
              </a:spcAft>
              <a:buSzPts val="7000"/>
              <a:buNone/>
              <a:defRPr/>
            </a:lvl4pPr>
            <a:lvl5pPr lvl="4">
              <a:spcBef>
                <a:spcPts val="0"/>
              </a:spcBef>
              <a:spcAft>
                <a:spcPts val="0"/>
              </a:spcAft>
              <a:buSzPts val="7000"/>
              <a:buNone/>
              <a:defRPr/>
            </a:lvl5pPr>
            <a:lvl6pPr lvl="5">
              <a:spcBef>
                <a:spcPts val="0"/>
              </a:spcBef>
              <a:spcAft>
                <a:spcPts val="0"/>
              </a:spcAft>
              <a:buSzPts val="7000"/>
              <a:buNone/>
              <a:defRPr/>
            </a:lvl6pPr>
            <a:lvl7pPr lvl="6">
              <a:spcBef>
                <a:spcPts val="0"/>
              </a:spcBef>
              <a:spcAft>
                <a:spcPts val="0"/>
              </a:spcAft>
              <a:buSzPts val="7000"/>
              <a:buNone/>
              <a:defRPr/>
            </a:lvl7pPr>
            <a:lvl8pPr lvl="7">
              <a:spcBef>
                <a:spcPts val="0"/>
              </a:spcBef>
              <a:spcAft>
                <a:spcPts val="0"/>
              </a:spcAft>
              <a:buSzPts val="7000"/>
              <a:buNone/>
              <a:defRPr/>
            </a:lvl8pPr>
            <a:lvl9pPr lvl="8">
              <a:spcBef>
                <a:spcPts val="0"/>
              </a:spcBef>
              <a:spcAft>
                <a:spcPts val="0"/>
              </a:spcAft>
              <a:buSzPts val="7000"/>
              <a:buNone/>
              <a:defRPr/>
            </a:lvl9pPr>
          </a:lstStyle>
          <a:p/>
        </p:txBody>
      </p:sp>
      <p:sp>
        <p:nvSpPr>
          <p:cNvPr id="27" name="Google Shape;27;p6"/>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514305" y="2311295"/>
            <a:ext cx="4633200" cy="3143700"/>
          </a:xfrm>
          <a:prstGeom prst="rect">
            <a:avLst/>
          </a:prstGeom>
        </p:spPr>
        <p:txBody>
          <a:bodyPr anchorCtr="0" anchor="b" bIns="227350" lIns="227350" spcFirstLastPara="1" rIns="227350" wrap="square" tIns="227350">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30" name="Google Shape;30;p7"/>
          <p:cNvSpPr txBox="1"/>
          <p:nvPr>
            <p:ph idx="1" type="body"/>
          </p:nvPr>
        </p:nvSpPr>
        <p:spPr>
          <a:xfrm>
            <a:off x="514305" y="5780733"/>
            <a:ext cx="4633200" cy="13226400"/>
          </a:xfrm>
          <a:prstGeom prst="rect">
            <a:avLst/>
          </a:prstGeom>
        </p:spPr>
        <p:txBody>
          <a:bodyPr anchorCtr="0" anchor="t" bIns="227350" lIns="227350" spcFirstLastPara="1" rIns="227350" wrap="square" tIns="227350">
            <a:normAutofit/>
          </a:bodyPr>
          <a:lstStyle>
            <a:lvl1pPr indent="-419100" lvl="0" marL="457200">
              <a:spcBef>
                <a:spcPts val="0"/>
              </a:spcBef>
              <a:spcAft>
                <a:spcPts val="0"/>
              </a:spcAft>
              <a:buSzPts val="3000"/>
              <a:buChar char="●"/>
              <a:defRPr sz="3000"/>
            </a:lvl1pPr>
            <a:lvl2pPr indent="-419100" lvl="1" marL="914400">
              <a:spcBef>
                <a:spcPts val="0"/>
              </a:spcBef>
              <a:spcAft>
                <a:spcPts val="0"/>
              </a:spcAft>
              <a:buSzPts val="3000"/>
              <a:buChar char="○"/>
              <a:defRPr sz="3000"/>
            </a:lvl2pPr>
            <a:lvl3pPr indent="-419100" lvl="2" marL="1371600">
              <a:spcBef>
                <a:spcPts val="0"/>
              </a:spcBef>
              <a:spcAft>
                <a:spcPts val="0"/>
              </a:spcAft>
              <a:buSzPts val="3000"/>
              <a:buChar char="■"/>
              <a:defRPr sz="3000"/>
            </a:lvl3pPr>
            <a:lvl4pPr indent="-419100" lvl="3" marL="1828800">
              <a:spcBef>
                <a:spcPts val="0"/>
              </a:spcBef>
              <a:spcAft>
                <a:spcPts val="0"/>
              </a:spcAft>
              <a:buSzPts val="3000"/>
              <a:buChar char="●"/>
              <a:defRPr sz="3000"/>
            </a:lvl4pPr>
            <a:lvl5pPr indent="-419100" lvl="4" marL="2286000">
              <a:spcBef>
                <a:spcPts val="0"/>
              </a:spcBef>
              <a:spcAft>
                <a:spcPts val="0"/>
              </a:spcAft>
              <a:buSzPts val="3000"/>
              <a:buChar char="○"/>
              <a:defRPr sz="3000"/>
            </a:lvl5pPr>
            <a:lvl6pPr indent="-419100" lvl="5" marL="2743200">
              <a:spcBef>
                <a:spcPts val="0"/>
              </a:spcBef>
              <a:spcAft>
                <a:spcPts val="0"/>
              </a:spcAft>
              <a:buSzPts val="3000"/>
              <a:buChar char="■"/>
              <a:defRPr sz="3000"/>
            </a:lvl6pPr>
            <a:lvl7pPr indent="-419100" lvl="6" marL="3200400">
              <a:spcBef>
                <a:spcPts val="0"/>
              </a:spcBef>
              <a:spcAft>
                <a:spcPts val="0"/>
              </a:spcAft>
              <a:buSzPts val="3000"/>
              <a:buChar char="●"/>
              <a:defRPr sz="3000"/>
            </a:lvl7pPr>
            <a:lvl8pPr indent="-419100" lvl="7" marL="3657600">
              <a:spcBef>
                <a:spcPts val="0"/>
              </a:spcBef>
              <a:spcAft>
                <a:spcPts val="0"/>
              </a:spcAft>
              <a:buSzPts val="3000"/>
              <a:buChar char="○"/>
              <a:defRPr sz="3000"/>
            </a:lvl8pPr>
            <a:lvl9pPr indent="-419100" lvl="8" marL="4114800">
              <a:spcBef>
                <a:spcPts val="0"/>
              </a:spcBef>
              <a:spcAft>
                <a:spcPts val="0"/>
              </a:spcAft>
              <a:buSzPts val="3000"/>
              <a:buChar char="■"/>
              <a:defRPr sz="3000"/>
            </a:lvl9pPr>
          </a:lstStyle>
          <a:p/>
        </p:txBody>
      </p:sp>
      <p:sp>
        <p:nvSpPr>
          <p:cNvPr id="31" name="Google Shape;31;p7"/>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808913" y="1872623"/>
            <a:ext cx="10506900" cy="17017800"/>
          </a:xfrm>
          <a:prstGeom prst="rect">
            <a:avLst/>
          </a:prstGeom>
        </p:spPr>
        <p:txBody>
          <a:bodyPr anchorCtr="0" anchor="ctr" bIns="227350" lIns="227350" spcFirstLastPara="1" rIns="227350" wrap="square" tIns="227350">
            <a:normAutofit/>
          </a:bodyPr>
          <a:lstStyle>
            <a:lvl1pPr lvl="0">
              <a:spcBef>
                <a:spcPts val="0"/>
              </a:spcBef>
              <a:spcAft>
                <a:spcPts val="0"/>
              </a:spcAft>
              <a:buSzPts val="11900"/>
              <a:buNone/>
              <a:defRPr sz="11900"/>
            </a:lvl1pPr>
            <a:lvl2pPr lvl="1">
              <a:spcBef>
                <a:spcPts val="0"/>
              </a:spcBef>
              <a:spcAft>
                <a:spcPts val="0"/>
              </a:spcAft>
              <a:buSzPts val="11900"/>
              <a:buNone/>
              <a:defRPr sz="11900"/>
            </a:lvl2pPr>
            <a:lvl3pPr lvl="2">
              <a:spcBef>
                <a:spcPts val="0"/>
              </a:spcBef>
              <a:spcAft>
                <a:spcPts val="0"/>
              </a:spcAft>
              <a:buSzPts val="11900"/>
              <a:buNone/>
              <a:defRPr sz="11900"/>
            </a:lvl3pPr>
            <a:lvl4pPr lvl="3">
              <a:spcBef>
                <a:spcPts val="0"/>
              </a:spcBef>
              <a:spcAft>
                <a:spcPts val="0"/>
              </a:spcAft>
              <a:buSzPts val="11900"/>
              <a:buNone/>
              <a:defRPr sz="11900"/>
            </a:lvl4pPr>
            <a:lvl5pPr lvl="4">
              <a:spcBef>
                <a:spcPts val="0"/>
              </a:spcBef>
              <a:spcAft>
                <a:spcPts val="0"/>
              </a:spcAft>
              <a:buSzPts val="11900"/>
              <a:buNone/>
              <a:defRPr sz="11900"/>
            </a:lvl5pPr>
            <a:lvl6pPr lvl="5">
              <a:spcBef>
                <a:spcPts val="0"/>
              </a:spcBef>
              <a:spcAft>
                <a:spcPts val="0"/>
              </a:spcAft>
              <a:buSzPts val="11900"/>
              <a:buNone/>
              <a:defRPr sz="11900"/>
            </a:lvl6pPr>
            <a:lvl7pPr lvl="6">
              <a:spcBef>
                <a:spcPts val="0"/>
              </a:spcBef>
              <a:spcAft>
                <a:spcPts val="0"/>
              </a:spcAft>
              <a:buSzPts val="11900"/>
              <a:buNone/>
              <a:defRPr sz="11900"/>
            </a:lvl7pPr>
            <a:lvl8pPr lvl="7">
              <a:spcBef>
                <a:spcPts val="0"/>
              </a:spcBef>
              <a:spcAft>
                <a:spcPts val="0"/>
              </a:spcAft>
              <a:buSzPts val="11900"/>
              <a:buNone/>
              <a:defRPr sz="11900"/>
            </a:lvl8pPr>
            <a:lvl9pPr lvl="8">
              <a:spcBef>
                <a:spcPts val="0"/>
              </a:spcBef>
              <a:spcAft>
                <a:spcPts val="0"/>
              </a:spcAft>
              <a:buSzPts val="11900"/>
              <a:buNone/>
              <a:defRPr sz="11900"/>
            </a:lvl9pPr>
          </a:lstStyle>
          <a:p/>
        </p:txBody>
      </p:sp>
      <p:sp>
        <p:nvSpPr>
          <p:cNvPr id="34" name="Google Shape;34;p8"/>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7543800" y="-520"/>
            <a:ext cx="7543800" cy="21396900"/>
          </a:xfrm>
          <a:prstGeom prst="rect">
            <a:avLst/>
          </a:prstGeom>
          <a:solidFill>
            <a:schemeClr val="lt2"/>
          </a:solidFill>
          <a:ln>
            <a:noFill/>
          </a:ln>
        </p:spPr>
        <p:txBody>
          <a:bodyPr anchorCtr="0" anchor="ctr" bIns="227350" lIns="227350" spcFirstLastPara="1" rIns="227350" wrap="square" tIns="22735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438075" y="5130006"/>
            <a:ext cx="6674700" cy="6166500"/>
          </a:xfrm>
          <a:prstGeom prst="rect">
            <a:avLst/>
          </a:prstGeom>
        </p:spPr>
        <p:txBody>
          <a:bodyPr anchorCtr="0" anchor="b" bIns="227350" lIns="227350" spcFirstLastPara="1" rIns="227350" wrap="square" tIns="227350">
            <a:normAutofit/>
          </a:bodyPr>
          <a:lstStyle>
            <a:lvl1pPr lvl="0" algn="ctr">
              <a:spcBef>
                <a:spcPts val="0"/>
              </a:spcBef>
              <a:spcAft>
                <a:spcPts val="0"/>
              </a:spcAft>
              <a:buSzPts val="10400"/>
              <a:buNone/>
              <a:defRPr sz="10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38" name="Google Shape;38;p9"/>
          <p:cNvSpPr txBox="1"/>
          <p:nvPr>
            <p:ph idx="1" type="subTitle"/>
          </p:nvPr>
        </p:nvSpPr>
        <p:spPr>
          <a:xfrm>
            <a:off x="438075" y="11660787"/>
            <a:ext cx="6674700" cy="5138100"/>
          </a:xfrm>
          <a:prstGeom prst="rect">
            <a:avLst/>
          </a:prstGeom>
        </p:spPr>
        <p:txBody>
          <a:bodyPr anchorCtr="0" anchor="t" bIns="227350" lIns="227350" spcFirstLastPara="1" rIns="227350" wrap="square" tIns="22735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9" name="Google Shape;39;p9"/>
          <p:cNvSpPr txBox="1"/>
          <p:nvPr>
            <p:ph idx="2" type="body"/>
          </p:nvPr>
        </p:nvSpPr>
        <p:spPr>
          <a:xfrm>
            <a:off x="8150175" y="3012151"/>
            <a:ext cx="6331200" cy="15371700"/>
          </a:xfrm>
          <a:prstGeom prst="rect">
            <a:avLst/>
          </a:prstGeom>
        </p:spPr>
        <p:txBody>
          <a:bodyPr anchorCtr="0" anchor="ctr" bIns="227350" lIns="227350" spcFirstLastPara="1" rIns="227350" wrap="square" tIns="227350">
            <a:normAutofit/>
          </a:bodyPr>
          <a:lstStyle>
            <a:lvl1pPr indent="-514350" lvl="0" marL="457200">
              <a:spcBef>
                <a:spcPts val="0"/>
              </a:spcBef>
              <a:spcAft>
                <a:spcPts val="0"/>
              </a:spcAft>
              <a:buSzPts val="4500"/>
              <a:buChar char="●"/>
              <a:defRPr/>
            </a:lvl1pPr>
            <a:lvl2pPr indent="-450850" lvl="1" marL="914400">
              <a:spcBef>
                <a:spcPts val="0"/>
              </a:spcBef>
              <a:spcAft>
                <a:spcPts val="0"/>
              </a:spcAft>
              <a:buSzPts val="3500"/>
              <a:buChar char="○"/>
              <a:defRPr/>
            </a:lvl2pPr>
            <a:lvl3pPr indent="-450850" lvl="2" marL="1371600">
              <a:spcBef>
                <a:spcPts val="0"/>
              </a:spcBef>
              <a:spcAft>
                <a:spcPts val="0"/>
              </a:spcAft>
              <a:buSzPts val="3500"/>
              <a:buChar char="■"/>
              <a:defRPr/>
            </a:lvl3pPr>
            <a:lvl4pPr indent="-450850" lvl="3" marL="1828800">
              <a:spcBef>
                <a:spcPts val="0"/>
              </a:spcBef>
              <a:spcAft>
                <a:spcPts val="0"/>
              </a:spcAft>
              <a:buSzPts val="3500"/>
              <a:buChar char="●"/>
              <a:defRPr/>
            </a:lvl4pPr>
            <a:lvl5pPr indent="-450850" lvl="4" marL="2286000">
              <a:spcBef>
                <a:spcPts val="0"/>
              </a:spcBef>
              <a:spcAft>
                <a:spcPts val="0"/>
              </a:spcAft>
              <a:buSzPts val="3500"/>
              <a:buChar char="○"/>
              <a:defRPr/>
            </a:lvl5pPr>
            <a:lvl6pPr indent="-450850" lvl="5" marL="2743200">
              <a:spcBef>
                <a:spcPts val="0"/>
              </a:spcBef>
              <a:spcAft>
                <a:spcPts val="0"/>
              </a:spcAft>
              <a:buSzPts val="3500"/>
              <a:buChar char="■"/>
              <a:defRPr/>
            </a:lvl6pPr>
            <a:lvl7pPr indent="-450850" lvl="6" marL="3200400">
              <a:spcBef>
                <a:spcPts val="0"/>
              </a:spcBef>
              <a:spcAft>
                <a:spcPts val="0"/>
              </a:spcAft>
              <a:buSzPts val="3500"/>
              <a:buChar char="●"/>
              <a:defRPr/>
            </a:lvl7pPr>
            <a:lvl8pPr indent="-450850" lvl="7" marL="3657600">
              <a:spcBef>
                <a:spcPts val="0"/>
              </a:spcBef>
              <a:spcAft>
                <a:spcPts val="0"/>
              </a:spcAft>
              <a:buSzPts val="3500"/>
              <a:buChar char="○"/>
              <a:defRPr/>
            </a:lvl8pPr>
            <a:lvl9pPr indent="-450850" lvl="8" marL="4114800">
              <a:spcBef>
                <a:spcPts val="0"/>
              </a:spcBef>
              <a:spcAft>
                <a:spcPts val="0"/>
              </a:spcAft>
              <a:buSzPts val="3500"/>
              <a:buChar char="■"/>
              <a:defRPr/>
            </a:lvl9pPr>
          </a:lstStyle>
          <a:p/>
        </p:txBody>
      </p:sp>
      <p:sp>
        <p:nvSpPr>
          <p:cNvPr id="40" name="Google Shape;40;p9"/>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514305" y="17599184"/>
            <a:ext cx="9897900" cy="2517300"/>
          </a:xfrm>
          <a:prstGeom prst="rect">
            <a:avLst/>
          </a:prstGeom>
        </p:spPr>
        <p:txBody>
          <a:bodyPr anchorCtr="0" anchor="ctr" bIns="227350" lIns="227350" spcFirstLastPara="1" rIns="227350" wrap="square" tIns="227350">
            <a:normAutofit/>
          </a:bodyPr>
          <a:lstStyle>
            <a:lvl1pPr indent="-228600" lvl="0" marL="457200">
              <a:lnSpc>
                <a:spcPct val="100000"/>
              </a:lnSpc>
              <a:spcBef>
                <a:spcPts val="0"/>
              </a:spcBef>
              <a:spcAft>
                <a:spcPts val="0"/>
              </a:spcAft>
              <a:buSzPts val="4500"/>
              <a:buNone/>
              <a:defRPr/>
            </a:lvl1pPr>
          </a:lstStyle>
          <a:p/>
        </p:txBody>
      </p:sp>
      <p:sp>
        <p:nvSpPr>
          <p:cNvPr id="43" name="Google Shape;43;p10"/>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514305" y="4601478"/>
            <a:ext cx="14058900" cy="8168100"/>
          </a:xfrm>
          <a:prstGeom prst="rect">
            <a:avLst/>
          </a:prstGeom>
        </p:spPr>
        <p:txBody>
          <a:bodyPr anchorCtr="0" anchor="b" bIns="227350" lIns="227350" spcFirstLastPara="1" rIns="227350" wrap="square" tIns="227350">
            <a:normAutofit/>
          </a:bodyPr>
          <a:lstStyle>
            <a:lvl1pPr lvl="0" algn="ctr">
              <a:spcBef>
                <a:spcPts val="0"/>
              </a:spcBef>
              <a:spcAft>
                <a:spcPts val="0"/>
              </a:spcAft>
              <a:buSzPts val="29800"/>
              <a:buNone/>
              <a:defRPr sz="29800"/>
            </a:lvl1pPr>
            <a:lvl2pPr lvl="1" algn="ctr">
              <a:spcBef>
                <a:spcPts val="0"/>
              </a:spcBef>
              <a:spcAft>
                <a:spcPts val="0"/>
              </a:spcAft>
              <a:buSzPts val="29800"/>
              <a:buNone/>
              <a:defRPr sz="29800"/>
            </a:lvl2pPr>
            <a:lvl3pPr lvl="2" algn="ctr">
              <a:spcBef>
                <a:spcPts val="0"/>
              </a:spcBef>
              <a:spcAft>
                <a:spcPts val="0"/>
              </a:spcAft>
              <a:buSzPts val="29800"/>
              <a:buNone/>
              <a:defRPr sz="29800"/>
            </a:lvl3pPr>
            <a:lvl4pPr lvl="3" algn="ctr">
              <a:spcBef>
                <a:spcPts val="0"/>
              </a:spcBef>
              <a:spcAft>
                <a:spcPts val="0"/>
              </a:spcAft>
              <a:buSzPts val="29800"/>
              <a:buNone/>
              <a:defRPr sz="29800"/>
            </a:lvl4pPr>
            <a:lvl5pPr lvl="4" algn="ctr">
              <a:spcBef>
                <a:spcPts val="0"/>
              </a:spcBef>
              <a:spcAft>
                <a:spcPts val="0"/>
              </a:spcAft>
              <a:buSzPts val="29800"/>
              <a:buNone/>
              <a:defRPr sz="29800"/>
            </a:lvl5pPr>
            <a:lvl6pPr lvl="5" algn="ctr">
              <a:spcBef>
                <a:spcPts val="0"/>
              </a:spcBef>
              <a:spcAft>
                <a:spcPts val="0"/>
              </a:spcAft>
              <a:buSzPts val="29800"/>
              <a:buNone/>
              <a:defRPr sz="29800"/>
            </a:lvl6pPr>
            <a:lvl7pPr lvl="6" algn="ctr">
              <a:spcBef>
                <a:spcPts val="0"/>
              </a:spcBef>
              <a:spcAft>
                <a:spcPts val="0"/>
              </a:spcAft>
              <a:buSzPts val="29800"/>
              <a:buNone/>
              <a:defRPr sz="29800"/>
            </a:lvl7pPr>
            <a:lvl8pPr lvl="7" algn="ctr">
              <a:spcBef>
                <a:spcPts val="0"/>
              </a:spcBef>
              <a:spcAft>
                <a:spcPts val="0"/>
              </a:spcAft>
              <a:buSzPts val="29800"/>
              <a:buNone/>
              <a:defRPr sz="29800"/>
            </a:lvl8pPr>
            <a:lvl9pPr lvl="8" algn="ctr">
              <a:spcBef>
                <a:spcPts val="0"/>
              </a:spcBef>
              <a:spcAft>
                <a:spcPts val="0"/>
              </a:spcAft>
              <a:buSzPts val="29800"/>
              <a:buNone/>
              <a:defRPr sz="29800"/>
            </a:lvl9pPr>
          </a:lstStyle>
          <a:p>
            <a:r>
              <a:t>xx%</a:t>
            </a:r>
          </a:p>
        </p:txBody>
      </p:sp>
      <p:sp>
        <p:nvSpPr>
          <p:cNvPr id="46" name="Google Shape;46;p11"/>
          <p:cNvSpPr txBox="1"/>
          <p:nvPr>
            <p:ph idx="1" type="body"/>
          </p:nvPr>
        </p:nvSpPr>
        <p:spPr>
          <a:xfrm>
            <a:off x="514305" y="13113250"/>
            <a:ext cx="14058900" cy="5411400"/>
          </a:xfrm>
          <a:prstGeom prst="rect">
            <a:avLst/>
          </a:prstGeom>
        </p:spPr>
        <p:txBody>
          <a:bodyPr anchorCtr="0" anchor="t" bIns="227350" lIns="227350" spcFirstLastPara="1" rIns="227350" wrap="square" tIns="227350">
            <a:normAutofit/>
          </a:bodyPr>
          <a:lstStyle>
            <a:lvl1pPr indent="-514350" lvl="0" marL="457200" algn="ctr">
              <a:spcBef>
                <a:spcPts val="0"/>
              </a:spcBef>
              <a:spcAft>
                <a:spcPts val="0"/>
              </a:spcAft>
              <a:buSzPts val="4500"/>
              <a:buChar char="●"/>
              <a:defRPr/>
            </a:lvl1pPr>
            <a:lvl2pPr indent="-450850" lvl="1" marL="914400" algn="ctr">
              <a:spcBef>
                <a:spcPts val="0"/>
              </a:spcBef>
              <a:spcAft>
                <a:spcPts val="0"/>
              </a:spcAft>
              <a:buSzPts val="3500"/>
              <a:buChar char="○"/>
              <a:defRPr/>
            </a:lvl2pPr>
            <a:lvl3pPr indent="-450850" lvl="2" marL="1371600" algn="ctr">
              <a:spcBef>
                <a:spcPts val="0"/>
              </a:spcBef>
              <a:spcAft>
                <a:spcPts val="0"/>
              </a:spcAft>
              <a:buSzPts val="3500"/>
              <a:buChar char="■"/>
              <a:defRPr/>
            </a:lvl3pPr>
            <a:lvl4pPr indent="-450850" lvl="3" marL="1828800" algn="ctr">
              <a:spcBef>
                <a:spcPts val="0"/>
              </a:spcBef>
              <a:spcAft>
                <a:spcPts val="0"/>
              </a:spcAft>
              <a:buSzPts val="3500"/>
              <a:buChar char="●"/>
              <a:defRPr/>
            </a:lvl4pPr>
            <a:lvl5pPr indent="-450850" lvl="4" marL="2286000" algn="ctr">
              <a:spcBef>
                <a:spcPts val="0"/>
              </a:spcBef>
              <a:spcAft>
                <a:spcPts val="0"/>
              </a:spcAft>
              <a:buSzPts val="3500"/>
              <a:buChar char="○"/>
              <a:defRPr/>
            </a:lvl5pPr>
            <a:lvl6pPr indent="-450850" lvl="5" marL="2743200" algn="ctr">
              <a:spcBef>
                <a:spcPts val="0"/>
              </a:spcBef>
              <a:spcAft>
                <a:spcPts val="0"/>
              </a:spcAft>
              <a:buSzPts val="3500"/>
              <a:buChar char="■"/>
              <a:defRPr/>
            </a:lvl6pPr>
            <a:lvl7pPr indent="-450850" lvl="6" marL="3200400" algn="ctr">
              <a:spcBef>
                <a:spcPts val="0"/>
              </a:spcBef>
              <a:spcAft>
                <a:spcPts val="0"/>
              </a:spcAft>
              <a:buSzPts val="3500"/>
              <a:buChar char="●"/>
              <a:defRPr/>
            </a:lvl7pPr>
            <a:lvl8pPr indent="-450850" lvl="7" marL="3657600" algn="ctr">
              <a:spcBef>
                <a:spcPts val="0"/>
              </a:spcBef>
              <a:spcAft>
                <a:spcPts val="0"/>
              </a:spcAft>
              <a:buSzPts val="3500"/>
              <a:buChar char="○"/>
              <a:defRPr/>
            </a:lvl8pPr>
            <a:lvl9pPr indent="-450850" lvl="8" marL="4114800" algn="ctr">
              <a:spcBef>
                <a:spcPts val="0"/>
              </a:spcBef>
              <a:spcAft>
                <a:spcPts val="0"/>
              </a:spcAft>
              <a:buSzPts val="3500"/>
              <a:buChar char="■"/>
              <a:defRPr/>
            </a:lvl9pPr>
          </a:lstStyle>
          <a:p/>
        </p:txBody>
      </p:sp>
      <p:sp>
        <p:nvSpPr>
          <p:cNvPr id="47" name="Google Shape;47;p11"/>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14305" y="1851303"/>
            <a:ext cx="14058900" cy="2382300"/>
          </a:xfrm>
          <a:prstGeom prst="rect">
            <a:avLst/>
          </a:prstGeom>
          <a:noFill/>
          <a:ln>
            <a:noFill/>
          </a:ln>
        </p:spPr>
        <p:txBody>
          <a:bodyPr anchorCtr="0" anchor="t" bIns="227350" lIns="227350" spcFirstLastPara="1" rIns="227350" wrap="square" tIns="227350">
            <a:normAutofit/>
          </a:bodyPr>
          <a:lstStyle>
            <a:lvl1pPr lvl="0">
              <a:spcBef>
                <a:spcPts val="0"/>
              </a:spcBef>
              <a:spcAft>
                <a:spcPts val="0"/>
              </a:spcAft>
              <a:buClr>
                <a:schemeClr val="dk1"/>
              </a:buClr>
              <a:buSzPts val="7000"/>
              <a:buNone/>
              <a:defRPr sz="7000">
                <a:solidFill>
                  <a:schemeClr val="dk1"/>
                </a:solidFill>
              </a:defRPr>
            </a:lvl1pPr>
            <a:lvl2pPr lvl="1">
              <a:spcBef>
                <a:spcPts val="0"/>
              </a:spcBef>
              <a:spcAft>
                <a:spcPts val="0"/>
              </a:spcAft>
              <a:buClr>
                <a:schemeClr val="dk1"/>
              </a:buClr>
              <a:buSzPts val="7000"/>
              <a:buNone/>
              <a:defRPr sz="7000">
                <a:solidFill>
                  <a:schemeClr val="dk1"/>
                </a:solidFill>
              </a:defRPr>
            </a:lvl2pPr>
            <a:lvl3pPr lvl="2">
              <a:spcBef>
                <a:spcPts val="0"/>
              </a:spcBef>
              <a:spcAft>
                <a:spcPts val="0"/>
              </a:spcAft>
              <a:buClr>
                <a:schemeClr val="dk1"/>
              </a:buClr>
              <a:buSzPts val="7000"/>
              <a:buNone/>
              <a:defRPr sz="7000">
                <a:solidFill>
                  <a:schemeClr val="dk1"/>
                </a:solidFill>
              </a:defRPr>
            </a:lvl3pPr>
            <a:lvl4pPr lvl="3">
              <a:spcBef>
                <a:spcPts val="0"/>
              </a:spcBef>
              <a:spcAft>
                <a:spcPts val="0"/>
              </a:spcAft>
              <a:buClr>
                <a:schemeClr val="dk1"/>
              </a:buClr>
              <a:buSzPts val="7000"/>
              <a:buNone/>
              <a:defRPr sz="7000">
                <a:solidFill>
                  <a:schemeClr val="dk1"/>
                </a:solidFill>
              </a:defRPr>
            </a:lvl4pPr>
            <a:lvl5pPr lvl="4">
              <a:spcBef>
                <a:spcPts val="0"/>
              </a:spcBef>
              <a:spcAft>
                <a:spcPts val="0"/>
              </a:spcAft>
              <a:buClr>
                <a:schemeClr val="dk1"/>
              </a:buClr>
              <a:buSzPts val="7000"/>
              <a:buNone/>
              <a:defRPr sz="7000">
                <a:solidFill>
                  <a:schemeClr val="dk1"/>
                </a:solidFill>
              </a:defRPr>
            </a:lvl5pPr>
            <a:lvl6pPr lvl="5">
              <a:spcBef>
                <a:spcPts val="0"/>
              </a:spcBef>
              <a:spcAft>
                <a:spcPts val="0"/>
              </a:spcAft>
              <a:buClr>
                <a:schemeClr val="dk1"/>
              </a:buClr>
              <a:buSzPts val="7000"/>
              <a:buNone/>
              <a:defRPr sz="7000">
                <a:solidFill>
                  <a:schemeClr val="dk1"/>
                </a:solidFill>
              </a:defRPr>
            </a:lvl6pPr>
            <a:lvl7pPr lvl="6">
              <a:spcBef>
                <a:spcPts val="0"/>
              </a:spcBef>
              <a:spcAft>
                <a:spcPts val="0"/>
              </a:spcAft>
              <a:buClr>
                <a:schemeClr val="dk1"/>
              </a:buClr>
              <a:buSzPts val="7000"/>
              <a:buNone/>
              <a:defRPr sz="7000">
                <a:solidFill>
                  <a:schemeClr val="dk1"/>
                </a:solidFill>
              </a:defRPr>
            </a:lvl7pPr>
            <a:lvl8pPr lvl="7">
              <a:spcBef>
                <a:spcPts val="0"/>
              </a:spcBef>
              <a:spcAft>
                <a:spcPts val="0"/>
              </a:spcAft>
              <a:buClr>
                <a:schemeClr val="dk1"/>
              </a:buClr>
              <a:buSzPts val="7000"/>
              <a:buNone/>
              <a:defRPr sz="7000">
                <a:solidFill>
                  <a:schemeClr val="dk1"/>
                </a:solidFill>
              </a:defRPr>
            </a:lvl8pPr>
            <a:lvl9pPr lvl="8">
              <a:spcBef>
                <a:spcPts val="0"/>
              </a:spcBef>
              <a:spcAft>
                <a:spcPts val="0"/>
              </a:spcAft>
              <a:buClr>
                <a:schemeClr val="dk1"/>
              </a:buClr>
              <a:buSzPts val="7000"/>
              <a:buNone/>
              <a:defRPr sz="7000">
                <a:solidFill>
                  <a:schemeClr val="dk1"/>
                </a:solidFill>
              </a:defRPr>
            </a:lvl9pPr>
          </a:lstStyle>
          <a:p/>
        </p:txBody>
      </p:sp>
      <p:sp>
        <p:nvSpPr>
          <p:cNvPr id="7" name="Google Shape;7;p1"/>
          <p:cNvSpPr txBox="1"/>
          <p:nvPr>
            <p:ph idx="1" type="body"/>
          </p:nvPr>
        </p:nvSpPr>
        <p:spPr>
          <a:xfrm>
            <a:off x="514305" y="4794294"/>
            <a:ext cx="14058900" cy="14212200"/>
          </a:xfrm>
          <a:prstGeom prst="rect">
            <a:avLst/>
          </a:prstGeom>
          <a:noFill/>
          <a:ln>
            <a:noFill/>
          </a:ln>
        </p:spPr>
        <p:txBody>
          <a:bodyPr anchorCtr="0" anchor="t" bIns="227350" lIns="227350" spcFirstLastPara="1" rIns="227350" wrap="square" tIns="227350">
            <a:normAutofit/>
          </a:bodyPr>
          <a:lstStyle>
            <a:lvl1pPr indent="-514350" lvl="0" marL="457200">
              <a:lnSpc>
                <a:spcPct val="115000"/>
              </a:lnSpc>
              <a:spcBef>
                <a:spcPts val="0"/>
              </a:spcBef>
              <a:spcAft>
                <a:spcPts val="0"/>
              </a:spcAft>
              <a:buClr>
                <a:schemeClr val="dk2"/>
              </a:buClr>
              <a:buSzPts val="4500"/>
              <a:buChar char="●"/>
              <a:defRPr sz="4500">
                <a:solidFill>
                  <a:schemeClr val="dk2"/>
                </a:solidFill>
              </a:defRPr>
            </a:lvl1pPr>
            <a:lvl2pPr indent="-450850" lvl="1" marL="914400">
              <a:lnSpc>
                <a:spcPct val="115000"/>
              </a:lnSpc>
              <a:spcBef>
                <a:spcPts val="0"/>
              </a:spcBef>
              <a:spcAft>
                <a:spcPts val="0"/>
              </a:spcAft>
              <a:buClr>
                <a:schemeClr val="dk2"/>
              </a:buClr>
              <a:buSzPts val="3500"/>
              <a:buChar char="○"/>
              <a:defRPr sz="3500">
                <a:solidFill>
                  <a:schemeClr val="dk2"/>
                </a:solidFill>
              </a:defRPr>
            </a:lvl2pPr>
            <a:lvl3pPr indent="-450850" lvl="2" marL="1371600">
              <a:lnSpc>
                <a:spcPct val="115000"/>
              </a:lnSpc>
              <a:spcBef>
                <a:spcPts val="0"/>
              </a:spcBef>
              <a:spcAft>
                <a:spcPts val="0"/>
              </a:spcAft>
              <a:buClr>
                <a:schemeClr val="dk2"/>
              </a:buClr>
              <a:buSzPts val="3500"/>
              <a:buChar char="■"/>
              <a:defRPr sz="3500">
                <a:solidFill>
                  <a:schemeClr val="dk2"/>
                </a:solidFill>
              </a:defRPr>
            </a:lvl3pPr>
            <a:lvl4pPr indent="-450850" lvl="3" marL="1828800">
              <a:lnSpc>
                <a:spcPct val="115000"/>
              </a:lnSpc>
              <a:spcBef>
                <a:spcPts val="0"/>
              </a:spcBef>
              <a:spcAft>
                <a:spcPts val="0"/>
              </a:spcAft>
              <a:buClr>
                <a:schemeClr val="dk2"/>
              </a:buClr>
              <a:buSzPts val="3500"/>
              <a:buChar char="●"/>
              <a:defRPr sz="3500">
                <a:solidFill>
                  <a:schemeClr val="dk2"/>
                </a:solidFill>
              </a:defRPr>
            </a:lvl4pPr>
            <a:lvl5pPr indent="-450850" lvl="4" marL="2286000">
              <a:lnSpc>
                <a:spcPct val="115000"/>
              </a:lnSpc>
              <a:spcBef>
                <a:spcPts val="0"/>
              </a:spcBef>
              <a:spcAft>
                <a:spcPts val="0"/>
              </a:spcAft>
              <a:buClr>
                <a:schemeClr val="dk2"/>
              </a:buClr>
              <a:buSzPts val="3500"/>
              <a:buChar char="○"/>
              <a:defRPr sz="3500">
                <a:solidFill>
                  <a:schemeClr val="dk2"/>
                </a:solidFill>
              </a:defRPr>
            </a:lvl5pPr>
            <a:lvl6pPr indent="-450850" lvl="5" marL="2743200">
              <a:lnSpc>
                <a:spcPct val="115000"/>
              </a:lnSpc>
              <a:spcBef>
                <a:spcPts val="0"/>
              </a:spcBef>
              <a:spcAft>
                <a:spcPts val="0"/>
              </a:spcAft>
              <a:buClr>
                <a:schemeClr val="dk2"/>
              </a:buClr>
              <a:buSzPts val="3500"/>
              <a:buChar char="■"/>
              <a:defRPr sz="3500">
                <a:solidFill>
                  <a:schemeClr val="dk2"/>
                </a:solidFill>
              </a:defRPr>
            </a:lvl6pPr>
            <a:lvl7pPr indent="-450850" lvl="6" marL="3200400">
              <a:lnSpc>
                <a:spcPct val="115000"/>
              </a:lnSpc>
              <a:spcBef>
                <a:spcPts val="0"/>
              </a:spcBef>
              <a:spcAft>
                <a:spcPts val="0"/>
              </a:spcAft>
              <a:buClr>
                <a:schemeClr val="dk2"/>
              </a:buClr>
              <a:buSzPts val="3500"/>
              <a:buChar char="●"/>
              <a:defRPr sz="3500">
                <a:solidFill>
                  <a:schemeClr val="dk2"/>
                </a:solidFill>
              </a:defRPr>
            </a:lvl7pPr>
            <a:lvl8pPr indent="-450850" lvl="7" marL="3657600">
              <a:lnSpc>
                <a:spcPct val="115000"/>
              </a:lnSpc>
              <a:spcBef>
                <a:spcPts val="0"/>
              </a:spcBef>
              <a:spcAft>
                <a:spcPts val="0"/>
              </a:spcAft>
              <a:buClr>
                <a:schemeClr val="dk2"/>
              </a:buClr>
              <a:buSzPts val="3500"/>
              <a:buChar char="○"/>
              <a:defRPr sz="3500">
                <a:solidFill>
                  <a:schemeClr val="dk2"/>
                </a:solidFill>
              </a:defRPr>
            </a:lvl8pPr>
            <a:lvl9pPr indent="-450850" lvl="8" marL="4114800">
              <a:lnSpc>
                <a:spcPct val="115000"/>
              </a:lnSpc>
              <a:spcBef>
                <a:spcPts val="0"/>
              </a:spcBef>
              <a:spcAft>
                <a:spcPts val="0"/>
              </a:spcAft>
              <a:buClr>
                <a:schemeClr val="dk2"/>
              </a:buClr>
              <a:buSzPts val="3500"/>
              <a:buChar char="■"/>
              <a:defRPr sz="3500">
                <a:solidFill>
                  <a:schemeClr val="dk2"/>
                </a:solidFill>
              </a:defRPr>
            </a:lvl9pPr>
          </a:lstStyle>
          <a:p/>
        </p:txBody>
      </p:sp>
      <p:sp>
        <p:nvSpPr>
          <p:cNvPr id="8" name="Google Shape;8;p1"/>
          <p:cNvSpPr txBox="1"/>
          <p:nvPr>
            <p:ph idx="12" type="sldNum"/>
          </p:nvPr>
        </p:nvSpPr>
        <p:spPr>
          <a:xfrm>
            <a:off x="13979555" y="19398973"/>
            <a:ext cx="905400" cy="1637400"/>
          </a:xfrm>
          <a:prstGeom prst="rect">
            <a:avLst/>
          </a:prstGeom>
          <a:noFill/>
          <a:ln>
            <a:noFill/>
          </a:ln>
        </p:spPr>
        <p:txBody>
          <a:bodyPr anchorCtr="0" anchor="ctr" bIns="227350" lIns="227350" spcFirstLastPara="1" rIns="227350" wrap="square" tIns="227350">
            <a:normAutofit/>
          </a:bodyPr>
          <a:lstStyle>
            <a:lvl1pPr lvl="0" algn="r">
              <a:buNone/>
              <a:defRPr sz="2500">
                <a:solidFill>
                  <a:schemeClr val="dk2"/>
                </a:solidFill>
              </a:defRPr>
            </a:lvl1pPr>
            <a:lvl2pPr lvl="1" algn="r">
              <a:buNone/>
              <a:defRPr sz="2500">
                <a:solidFill>
                  <a:schemeClr val="dk2"/>
                </a:solidFill>
              </a:defRPr>
            </a:lvl2pPr>
            <a:lvl3pPr lvl="2" algn="r">
              <a:buNone/>
              <a:defRPr sz="2500">
                <a:solidFill>
                  <a:schemeClr val="dk2"/>
                </a:solidFill>
              </a:defRPr>
            </a:lvl3pPr>
            <a:lvl4pPr lvl="3" algn="r">
              <a:buNone/>
              <a:defRPr sz="2500">
                <a:solidFill>
                  <a:schemeClr val="dk2"/>
                </a:solidFill>
              </a:defRPr>
            </a:lvl4pPr>
            <a:lvl5pPr lvl="4" algn="r">
              <a:buNone/>
              <a:defRPr sz="2500">
                <a:solidFill>
                  <a:schemeClr val="dk2"/>
                </a:solidFill>
              </a:defRPr>
            </a:lvl5pPr>
            <a:lvl6pPr lvl="5" algn="r">
              <a:buNone/>
              <a:defRPr sz="2500">
                <a:solidFill>
                  <a:schemeClr val="dk2"/>
                </a:solidFill>
              </a:defRPr>
            </a:lvl6pPr>
            <a:lvl7pPr lvl="6" algn="r">
              <a:buNone/>
              <a:defRPr sz="2500">
                <a:solidFill>
                  <a:schemeClr val="dk2"/>
                </a:solidFill>
              </a:defRPr>
            </a:lvl7pPr>
            <a:lvl8pPr lvl="7" algn="r">
              <a:buNone/>
              <a:defRPr sz="2500">
                <a:solidFill>
                  <a:schemeClr val="dk2"/>
                </a:solidFill>
              </a:defRPr>
            </a:lvl8pPr>
            <a:lvl9pPr lvl="8" algn="r">
              <a:buNone/>
              <a:defRPr sz="25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 Id="rId7"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53" name="Shape 53"/>
        <p:cNvGrpSpPr/>
        <p:nvPr/>
      </p:nvGrpSpPr>
      <p:grpSpPr>
        <a:xfrm>
          <a:off x="0" y="0"/>
          <a:ext cx="0" cy="0"/>
          <a:chOff x="0" y="0"/>
          <a:chExt cx="0" cy="0"/>
        </a:xfrm>
      </p:grpSpPr>
      <p:pic>
        <p:nvPicPr>
          <p:cNvPr id="54" name="Google Shape;54;p13" title="PosterBanner.png"/>
          <p:cNvPicPr preferRelativeResize="0"/>
          <p:nvPr/>
        </p:nvPicPr>
        <p:blipFill rotWithShape="1">
          <a:blip r:embed="rId3">
            <a:alphaModFix/>
          </a:blip>
          <a:srcRect b="12445" l="0" r="0" t="63678"/>
          <a:stretch/>
        </p:blipFill>
        <p:spPr>
          <a:xfrm>
            <a:off x="-7575" y="20470000"/>
            <a:ext cx="15093002" cy="900975"/>
          </a:xfrm>
          <a:prstGeom prst="rect">
            <a:avLst/>
          </a:prstGeom>
          <a:solidFill>
            <a:srgbClr val="00262E"/>
          </a:solidFill>
          <a:ln>
            <a:noFill/>
          </a:ln>
        </p:spPr>
      </p:pic>
      <p:pic>
        <p:nvPicPr>
          <p:cNvPr id="55" name="Google Shape;55;p13" title="PosterBanner.png"/>
          <p:cNvPicPr preferRelativeResize="0"/>
          <p:nvPr/>
        </p:nvPicPr>
        <p:blipFill rotWithShape="1">
          <a:blip r:embed="rId3">
            <a:alphaModFix/>
          </a:blip>
          <a:srcRect b="0" l="0" r="0" t="6533"/>
          <a:stretch/>
        </p:blipFill>
        <p:spPr>
          <a:xfrm>
            <a:off x="0" y="1850"/>
            <a:ext cx="15093002" cy="3526801"/>
          </a:xfrm>
          <a:prstGeom prst="rect">
            <a:avLst/>
          </a:prstGeom>
          <a:solidFill>
            <a:srgbClr val="00262E"/>
          </a:solidFill>
          <a:ln>
            <a:noFill/>
          </a:ln>
        </p:spPr>
      </p:pic>
      <p:pic>
        <p:nvPicPr>
          <p:cNvPr id="56" name="Google Shape;56;p13" title="SFIT_LOGO_FINAL.png"/>
          <p:cNvPicPr preferRelativeResize="0"/>
          <p:nvPr/>
        </p:nvPicPr>
        <p:blipFill>
          <a:blip r:embed="rId4">
            <a:alphaModFix/>
          </a:blip>
          <a:stretch>
            <a:fillRect/>
          </a:stretch>
        </p:blipFill>
        <p:spPr>
          <a:xfrm>
            <a:off x="352825" y="468276"/>
            <a:ext cx="4834896" cy="1008000"/>
          </a:xfrm>
          <a:prstGeom prst="rect">
            <a:avLst/>
          </a:prstGeom>
          <a:noFill/>
          <a:ln>
            <a:noFill/>
          </a:ln>
        </p:spPr>
      </p:pic>
      <p:sp>
        <p:nvSpPr>
          <p:cNvPr id="57" name="Google Shape;57;p13"/>
          <p:cNvSpPr txBox="1"/>
          <p:nvPr/>
        </p:nvSpPr>
        <p:spPr>
          <a:xfrm>
            <a:off x="12390475" y="599875"/>
            <a:ext cx="1479900" cy="861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2200">
                <a:solidFill>
                  <a:schemeClr val="lt1"/>
                </a:solidFill>
                <a:latin typeface="Montserrat"/>
                <a:ea typeface="Montserrat"/>
                <a:cs typeface="Montserrat"/>
                <a:sym typeface="Montserrat"/>
              </a:rPr>
              <a:t>POSTER</a:t>
            </a:r>
            <a:r>
              <a:rPr lang="en-GB" sz="2200">
                <a:solidFill>
                  <a:schemeClr val="lt1"/>
                </a:solidFill>
                <a:latin typeface="Montserrat"/>
                <a:ea typeface="Montserrat"/>
                <a:cs typeface="Montserrat"/>
                <a:sym typeface="Montserrat"/>
              </a:rPr>
              <a:t> </a:t>
            </a:r>
            <a:endParaRPr sz="2200">
              <a:solidFill>
                <a:schemeClr val="lt1"/>
              </a:solidFill>
              <a:latin typeface="Montserrat"/>
              <a:ea typeface="Montserrat"/>
              <a:cs typeface="Montserrat"/>
              <a:sym typeface="Montserrat"/>
            </a:endParaRPr>
          </a:p>
          <a:p>
            <a:pPr indent="0" lvl="0" marL="0" rtl="0" algn="r">
              <a:spcBef>
                <a:spcPts val="0"/>
              </a:spcBef>
              <a:spcAft>
                <a:spcPts val="0"/>
              </a:spcAft>
              <a:buNone/>
            </a:pPr>
            <a:r>
              <a:rPr lang="en-GB" sz="2200">
                <a:solidFill>
                  <a:schemeClr val="lt1"/>
                </a:solidFill>
                <a:latin typeface="Montserrat"/>
                <a:ea typeface="Montserrat"/>
                <a:cs typeface="Montserrat"/>
                <a:sym typeface="Montserrat"/>
              </a:rPr>
              <a:t>NO.</a:t>
            </a:r>
            <a:endParaRPr sz="2200">
              <a:solidFill>
                <a:schemeClr val="lt1"/>
              </a:solidFill>
              <a:latin typeface="Montserrat"/>
              <a:ea typeface="Montserrat"/>
              <a:cs typeface="Montserrat"/>
              <a:sym typeface="Montserrat"/>
            </a:endParaRPr>
          </a:p>
        </p:txBody>
      </p:sp>
      <p:sp>
        <p:nvSpPr>
          <p:cNvPr id="58" name="Google Shape;58;p13"/>
          <p:cNvSpPr txBox="1"/>
          <p:nvPr/>
        </p:nvSpPr>
        <p:spPr>
          <a:xfrm>
            <a:off x="13870325" y="476725"/>
            <a:ext cx="996000" cy="1108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6000">
                <a:solidFill>
                  <a:schemeClr val="lt1"/>
                </a:solidFill>
                <a:latin typeface="Montserrat Medium"/>
                <a:ea typeface="Montserrat Medium"/>
                <a:cs typeface="Montserrat Medium"/>
                <a:sym typeface="Montserrat Medium"/>
              </a:rPr>
              <a:t>01</a:t>
            </a:r>
            <a:endParaRPr sz="6000">
              <a:solidFill>
                <a:schemeClr val="lt1"/>
              </a:solidFill>
              <a:latin typeface="Montserrat Medium"/>
              <a:ea typeface="Montserrat Medium"/>
              <a:cs typeface="Montserrat Medium"/>
              <a:sym typeface="Montserrat Medium"/>
            </a:endParaRPr>
          </a:p>
        </p:txBody>
      </p:sp>
      <p:sp>
        <p:nvSpPr>
          <p:cNvPr id="59" name="Google Shape;59;p13"/>
          <p:cNvSpPr txBox="1"/>
          <p:nvPr/>
        </p:nvSpPr>
        <p:spPr>
          <a:xfrm>
            <a:off x="455375" y="1771491"/>
            <a:ext cx="14187600" cy="1008000"/>
          </a:xfrm>
          <a:prstGeom prst="rect">
            <a:avLst/>
          </a:prstGeom>
          <a:noFill/>
          <a:ln>
            <a:noFill/>
          </a:ln>
        </p:spPr>
        <p:txBody>
          <a:p>
            <a:pPr indent="0" lvl="0" marL="0" rtl="0" algn="ctr">
              <a:spcBef>
                <a:spcPts val="0"/>
              </a:spcBef>
              <a:spcAft>
                <a:spcPts val="0"/>
              </a:spcAft>
              <a:buNone/>
            </a:pPr>
            <a:r>
              <a:rPr lang="en-GB" sz="4800">
                <a:solidFill>
                  <a:schemeClr val="lt1"/>
                </a:solidFill>
                <a:latin typeface="Poppins SemiBold"/>
                <a:ea typeface="Poppins SemiBold"/>
                <a:cs typeface="Poppins SemiBold"/>
                <a:sym typeface="Poppins SemiBold"/>
              </a:rPr>
              <a:t>DeepSentinel: A Hybrid SIEM for Insider Threat Detection</a:t>
            </a:r>
            <a:endParaRPr sz="5200">
              <a:solidFill>
                <a:schemeClr val="lt1"/>
              </a:solidFill>
              <a:latin typeface="Poppins SemiBold"/>
              <a:ea typeface="Poppins SemiBold"/>
              <a:cs typeface="Poppins SemiBold"/>
              <a:sym typeface="Poppins SemiBold"/>
            </a:endParaRPr>
          </a:p>
        </p:txBody>
      </p:sp>
      <p:sp>
        <p:nvSpPr>
          <p:cNvPr id="60" name="Google Shape;60;p13"/>
          <p:cNvSpPr txBox="1"/>
          <p:nvPr/>
        </p:nvSpPr>
        <p:spPr>
          <a:xfrm>
            <a:off x="450000" y="2897166"/>
            <a:ext cx="14187600" cy="461700"/>
          </a:xfrm>
          <a:prstGeom prst="rect">
            <a:avLst/>
          </a:prstGeom>
          <a:noFill/>
          <a:ln>
            <a:noFill/>
          </a:ln>
        </p:spPr>
        <p:txBody>
          <a:p>
            <a:pPr indent="0" lvl="0" marL="0" rtl="0" algn="ctr">
              <a:spcBef>
                <a:spcPts val="0"/>
              </a:spcBef>
              <a:spcAft>
                <a:spcPts val="0"/>
              </a:spcAft>
              <a:buNone/>
            </a:pPr>
            <a:r>
              <a:rPr lang="en-GB" sz="1800">
                <a:solidFill>
                  <a:schemeClr val="lt1"/>
                </a:solidFill>
                <a:latin typeface="Montserrat Medium"/>
                <a:ea typeface="Montserrat Medium"/>
                <a:cs typeface="Montserrat Medium"/>
                <a:sym typeface="Montserrat Medium"/>
              </a:rPr>
              <a:t>&lt;Student Name 1&gt;, &lt;Student Name 2&gt;, &lt;Student Name 3&gt;, &lt;Student Name 4&gt;, &lt;Mentor Name&gt;</a:t>
            </a:r>
            <a:endParaRPr sz="1800">
              <a:solidFill>
                <a:schemeClr val="lt1"/>
              </a:solidFill>
              <a:latin typeface="Montserrat Medium"/>
              <a:ea typeface="Montserrat Medium"/>
              <a:cs typeface="Montserrat Medium"/>
              <a:sym typeface="Montserrat Medium"/>
            </a:endParaRPr>
          </a:p>
        </p:txBody>
      </p:sp>
      <p:graphicFrame>
        <p:nvGraphicFramePr>
          <p:cNvPr id="61" name="Google Shape;61;p13"/>
          <p:cNvGraphicFramePr/>
          <p:nvPr/>
        </p:nvGraphicFramePr>
        <p:xfrm>
          <a:off x="5410875" y="12559689"/>
          <a:ext cx="3000000" cy="3000000"/>
        </p:xfrm>
        <a:graphic>
          <a:graphicData uri="http://schemas.openxmlformats.org/drawingml/2006/table">
            <a:tbl>
              <a:tblPr>
                <a:noFill/>
                <a:tableStyleId>{DA46EEB5-D0E9-42BC-B157-74F6A3C92D9B}</a:tableStyleId>
              </a:tblPr>
              <a:tblGrid>
                <a:gridCol w="1457975"/>
                <a:gridCol w="1166925"/>
                <a:gridCol w="1631200"/>
              </a:tblGrid>
              <a:tr h="350800">
                <a:tc gridSpan="3">
                  <a:txBody>
                    <a:bodyPr/>
                    <a:lstStyle/>
                    <a:p>
                      <a:pPr indent="0" lvl="0" marL="0" marR="0" rtl="0" algn="ctr">
                        <a:lnSpc>
                          <a:spcPct val="100000"/>
                        </a:lnSpc>
                        <a:spcBef>
                          <a:spcPts val="0"/>
                        </a:spcBef>
                        <a:spcAft>
                          <a:spcPts val="0"/>
                        </a:spcAft>
                        <a:buClr>
                          <a:srgbClr val="FFFFFF"/>
                        </a:buClr>
                        <a:buSzPts val="600"/>
                        <a:buFont typeface="Arial"/>
                        <a:buNone/>
                      </a:pPr>
                      <a:r>
                        <a:rPr b="0" i="0" lang="en-GB" sz="1100" u="none" cap="none" strike="noStrike">
                          <a:solidFill>
                            <a:srgbClr val="FFFFFF"/>
                          </a:solidFill>
                          <a:latin typeface="Arial"/>
                          <a:ea typeface="Arial"/>
                          <a:cs typeface="Arial"/>
                          <a:sym typeface="Arial"/>
                        </a:rPr>
                        <a:t>KEY METRICS</a:t>
                      </a:r>
                      <a:endParaRPr sz="1100"/>
                    </a:p>
                  </a:txBody>
                  <a:tcPr marT="22300" marB="22300" marR="31500" marL="31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262E"/>
                    </a:solidFill>
                  </a:tcPr>
                </a:tc>
                <a:tc hMerge="1"/>
                <a:tc hMerge="1"/>
              </a:tr>
              <a:tr h="639525">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Accuracy ~80%</a:t>
                      </a:r>
                      <a:endParaRPr sz="2000"/>
                    </a:p>
                  </a:txBody>
                  <a:tcPr marT="22300" marB="22300" marR="31500" marL="31500" anchor="ctr">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Latency 100-150 ms</a:t>
                      </a:r>
                      <a:endParaRPr sz="2000"/>
                    </a:p>
                  </a:txBody>
                  <a:tcPr marT="22300" marB="22300" marR="31500" marL="31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Throughput 1,000/min</a:t>
                      </a:r>
                      <a:endParaRPr sz="2000"/>
                    </a:p>
                  </a:txBody>
                  <a:tcPr marT="22300" marB="22300" marR="31500" marL="31500" anchor="ctr">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8F8"/>
                    </a:solidFill>
                  </a:tcPr>
                </a:tc>
              </a:tr>
              <a:tr h="639525">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11 Features</a:t>
                      </a:r>
                      <a:endParaRPr sz="2000"/>
                    </a:p>
                  </a:txBody>
                  <a:tcPr marT="22300" marB="22300" marR="31500" marL="31500" anchor="ctr">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3 ML Models</a:t>
                      </a:r>
                      <a:endParaRPr sz="2000"/>
                    </a:p>
                  </a:txBody>
                  <a:tcPr marT="22300" marB="22300" marR="31500" marL="31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9+ Event Types</a:t>
                      </a:r>
                      <a:endParaRPr sz="2000"/>
                    </a:p>
                  </a:txBody>
                  <a:tcPr marT="22300" marB="22300" marR="31500" marL="31500" anchor="ctr">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8F8"/>
                    </a:solidFill>
                  </a:tcPr>
                </a:tc>
              </a:tr>
              <a:tr h="637100">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Hybrid Scoring</a:t>
                      </a:r>
                      <a:endParaRPr sz="2000"/>
                    </a:p>
                  </a:txBody>
                  <a:tcPr marT="22300" marB="22300" marR="31500" marL="31500" anchor="ctr">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JSONL Storage</a:t>
                      </a:r>
                      <a:endParaRPr sz="2000"/>
                    </a:p>
                  </a:txBody>
                  <a:tcPr marT="22300" marB="22300" marR="31500" marL="31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Multi-LAN Ready</a:t>
                      </a:r>
                      <a:endParaRPr sz="2000"/>
                    </a:p>
                  </a:txBody>
                  <a:tcPr marT="22300" marB="22300" marR="31500" marL="31500" anchor="ctr">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8F8F8"/>
                    </a:solidFill>
                  </a:tcPr>
                </a:tc>
              </a:tr>
            </a:tbl>
          </a:graphicData>
        </a:graphic>
      </p:graphicFrame>
      <p:pic>
        <p:nvPicPr>
          <p:cNvPr id="62" name="Google Shape;62;p13"/>
          <p:cNvPicPr preferRelativeResize="0"/>
          <p:nvPr/>
        </p:nvPicPr>
        <p:blipFill rotWithShape="1">
          <a:blip r:embed="rId5">
            <a:alphaModFix/>
          </a:blip>
          <a:srcRect b="13158" l="3152" r="3302" t="13166"/>
          <a:stretch/>
        </p:blipFill>
        <p:spPr>
          <a:xfrm>
            <a:off x="5410876" y="15006350"/>
            <a:ext cx="4256101" cy="2434571"/>
          </a:xfrm>
          <a:prstGeom prst="rect">
            <a:avLst/>
          </a:prstGeom>
          <a:noFill/>
          <a:ln>
            <a:noFill/>
          </a:ln>
        </p:spPr>
      </p:pic>
      <p:pic>
        <p:nvPicPr>
          <p:cNvPr id="63" name="Google Shape;63;p13"/>
          <p:cNvPicPr preferRelativeResize="0"/>
          <p:nvPr/>
        </p:nvPicPr>
        <p:blipFill rotWithShape="1">
          <a:blip r:embed="rId6">
            <a:alphaModFix/>
          </a:blip>
          <a:srcRect b="0" l="749" r="749" t="2960"/>
          <a:stretch/>
        </p:blipFill>
        <p:spPr>
          <a:xfrm>
            <a:off x="5410875" y="4059025"/>
            <a:ext cx="4256100" cy="5390975"/>
          </a:xfrm>
          <a:prstGeom prst="rect">
            <a:avLst/>
          </a:prstGeom>
          <a:noFill/>
          <a:ln>
            <a:noFill/>
          </a:ln>
        </p:spPr>
      </p:pic>
      <p:grpSp>
        <p:nvGrpSpPr>
          <p:cNvPr id="64" name="Google Shape;64;p13"/>
          <p:cNvGrpSpPr/>
          <p:nvPr/>
        </p:nvGrpSpPr>
        <p:grpSpPr>
          <a:xfrm>
            <a:off x="338400" y="4059025"/>
            <a:ext cx="4618882" cy="6856494"/>
            <a:chOff x="360000" y="3843000"/>
            <a:chExt cx="4618882" cy="6856494"/>
          </a:xfrm>
        </p:grpSpPr>
        <p:sp>
          <p:nvSpPr>
            <p:cNvPr id="65" name="Google Shape;65;p13"/>
            <p:cNvSpPr txBox="1"/>
            <p:nvPr/>
          </p:nvSpPr>
          <p:spPr>
            <a:xfrm>
              <a:off x="360000" y="3843000"/>
              <a:ext cx="4608000" cy="468600"/>
            </a:xfrm>
            <a:prstGeom prst="rect">
              <a:avLst/>
            </a:prstGeom>
            <a:noFill/>
            <a:ln>
              <a:noFill/>
            </a:ln>
          </p:spPr>
          <p:txBody>
            <a:bodyPr anchorCtr="0" anchor="t" bIns="18675" lIns="37375" spcFirstLastPara="1" rIns="37375" wrap="square" tIns="18675">
              <a:spAutoFit/>
            </a:bodyPr>
            <a:lstStyle/>
            <a:p>
              <a:pPr indent="0" lvl="0" marL="0" marR="0" rtl="0" algn="l">
                <a:spcBef>
                  <a:spcPts val="0"/>
                </a:spcBef>
                <a:spcAft>
                  <a:spcPts val="0"/>
                </a:spcAft>
                <a:buNone/>
              </a:pPr>
              <a:r>
                <a:rPr b="1" lang="en-GB" sz="2800" u="none">
                  <a:solidFill>
                    <a:srgbClr val="00262E"/>
                  </a:solidFill>
                  <a:latin typeface="Montserrat"/>
                  <a:ea typeface="Montserrat"/>
                  <a:cs typeface="Montserrat"/>
                  <a:sym typeface="Montserrat"/>
                </a:rPr>
                <a:t>Introduction</a:t>
              </a:r>
              <a:endParaRPr sz="1800">
                <a:solidFill>
                  <a:srgbClr val="00262E"/>
                </a:solidFill>
              </a:endParaRPr>
            </a:p>
          </p:txBody>
        </p:sp>
        <p:sp>
          <p:nvSpPr>
            <p:cNvPr id="66" name="Google Shape;66;p13"/>
            <p:cNvSpPr txBox="1"/>
            <p:nvPr/>
          </p:nvSpPr>
          <p:spPr>
            <a:xfrm>
              <a:off x="370882" y="4375203"/>
              <a:ext cx="4608000" cy="6249300"/>
            </a:xfrm>
            <a:prstGeom prst="rect">
              <a:avLst/>
            </a:prstGeom>
            <a:noFill/>
            <a:ln>
              <a:noFill/>
            </a:ln>
          </p:spPr>
          <p:txBody>
            <a:p>
              <a:pPr indent="0" lvl="0" marL="0" marR="0" rtl="0" algn="l">
                <a:spcBef>
                  <a:spcPts val="0"/>
                </a:spcBef>
                <a:spcAft>
                  <a:spcPts val="0"/>
                </a:spcAft>
                <a:buNone/>
              </a:pPr>
              <a:r>
                <a:rPr lang="en-GB" sz="2000">
                  <a:solidFill>
                    <a:srgbClr val="000000"/>
                  </a:solidFill>
                  <a:latin typeface="Poppins"/>
                  <a:ea typeface="Poppins"/>
                  <a:cs typeface="Poppins"/>
                  <a:sym typeface="Poppins"/>
                </a:rPr>
                <a:t>DeepSentinel is a Security Information and Event Management platform built to detect insider threats in enterprise environments. The system monitors endpoint and user activity in real time, including file access, USB events, process launches, email behavior, session activity, HTTP requests, and sensitive resource usage. Unlike traditional log collectors, DeepSentinel combines behavioral analytics with machine learning to identify subtle misuse patterns that may not match fixed signatures. The platform also adds incident grouping, audit trails, role-based access control, and real-time notifications for SOC operations and compliance workflows.</a:t>
              </a:r>
              <a:endParaRPr sz="2000">
                <a:solidFill>
                  <a:srgbClr val="000000"/>
                </a:solidFill>
                <a:latin typeface="Poppins"/>
                <a:ea typeface="Poppins"/>
                <a:cs typeface="Poppins"/>
                <a:sym typeface="Poppins"/>
              </a:endParaRPr>
            </a:p>
          </p:txBody>
        </p:sp>
        <p:cxnSp>
          <p:nvCxnSpPr>
            <p:cNvPr descr="Horizontal Divider" id="67" name="Google Shape;67;p13"/>
            <p:cNvCxnSpPr/>
            <p:nvPr/>
          </p:nvCxnSpPr>
          <p:spPr>
            <a:xfrm>
              <a:off x="364889" y="10699494"/>
              <a:ext cx="4587600" cy="0"/>
            </a:xfrm>
            <a:prstGeom prst="straightConnector1">
              <a:avLst/>
            </a:prstGeom>
            <a:noFill/>
            <a:ln cap="flat" cmpd="sng" w="15875">
              <a:solidFill>
                <a:schemeClr val="dk2"/>
              </a:solidFill>
              <a:prstDash val="dash"/>
              <a:round/>
              <a:headEnd len="sm" w="sm" type="none"/>
              <a:tailEnd len="sm" w="sm" type="none"/>
            </a:ln>
          </p:spPr>
        </p:cxnSp>
      </p:grpSp>
      <p:grpSp>
        <p:nvGrpSpPr>
          <p:cNvPr id="68" name="Google Shape;68;p13"/>
          <p:cNvGrpSpPr/>
          <p:nvPr/>
        </p:nvGrpSpPr>
        <p:grpSpPr>
          <a:xfrm>
            <a:off x="352813" y="11141125"/>
            <a:ext cx="4618882" cy="3685519"/>
            <a:chOff x="360000" y="3843000"/>
            <a:chExt cx="4618882" cy="3685519"/>
          </a:xfrm>
        </p:grpSpPr>
        <p:sp>
          <p:nvSpPr>
            <p:cNvPr id="69" name="Google Shape;69;p13"/>
            <p:cNvSpPr txBox="1"/>
            <p:nvPr/>
          </p:nvSpPr>
          <p:spPr>
            <a:xfrm>
              <a:off x="360000" y="3843000"/>
              <a:ext cx="4608000" cy="468600"/>
            </a:xfrm>
            <a:prstGeom prst="rect">
              <a:avLst/>
            </a:prstGeom>
            <a:noFill/>
            <a:ln>
              <a:noFill/>
            </a:ln>
          </p:spPr>
          <p:txBody>
            <a:bodyPr anchorCtr="0" anchor="t" bIns="18675" lIns="37375" spcFirstLastPara="1" rIns="37375" wrap="square" tIns="18675">
              <a:spAutoFit/>
            </a:bodyPr>
            <a:lstStyle/>
            <a:p>
              <a:pPr indent="0" lvl="0" marL="0" rtl="0" algn="l">
                <a:spcBef>
                  <a:spcPts val="0"/>
                </a:spcBef>
                <a:spcAft>
                  <a:spcPts val="0"/>
                </a:spcAft>
                <a:buSzPts val="1100"/>
                <a:buNone/>
              </a:pPr>
              <a:r>
                <a:rPr b="1" lang="en-GB" sz="2800">
                  <a:solidFill>
                    <a:srgbClr val="00262E"/>
                  </a:solidFill>
                  <a:latin typeface="Montserrat"/>
                  <a:ea typeface="Montserrat"/>
                  <a:cs typeface="Montserrat"/>
                  <a:sym typeface="Montserrat"/>
                </a:rPr>
                <a:t>Problem Statement</a:t>
              </a:r>
              <a:endParaRPr b="1" sz="2800">
                <a:solidFill>
                  <a:srgbClr val="00262E"/>
                </a:solidFill>
                <a:latin typeface="Montserrat"/>
                <a:ea typeface="Montserrat"/>
                <a:cs typeface="Montserrat"/>
                <a:sym typeface="Montserrat"/>
              </a:endParaRPr>
            </a:p>
          </p:txBody>
        </p:sp>
        <p:sp>
          <p:nvSpPr>
            <p:cNvPr id="70" name="Google Shape;70;p13"/>
            <p:cNvSpPr txBox="1"/>
            <p:nvPr/>
          </p:nvSpPr>
          <p:spPr>
            <a:xfrm>
              <a:off x="370882" y="4375203"/>
              <a:ext cx="4608000" cy="2862900"/>
            </a:xfrm>
            <a:prstGeom prst="rect">
              <a:avLst/>
            </a:prstGeom>
            <a:noFill/>
            <a:ln>
              <a:noFill/>
            </a:ln>
          </p:spPr>
          <p:txBody>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Insider threats are difficult to detect because valid users can misuse approved access without triggering perimeter defenses. The objective of this work is to build a practical SIEM that correlates endpoint activity, assigns interpretable risk scores, and supports rapid response for insider threat scenarios.</a:t>
              </a:r>
              <a:endParaRPr sz="2000">
                <a:latin typeface="Poppins"/>
                <a:ea typeface="Poppins"/>
                <a:cs typeface="Poppins"/>
                <a:sym typeface="Poppins"/>
              </a:endParaRPr>
            </a:p>
          </p:txBody>
        </p:sp>
        <p:cxnSp>
          <p:nvCxnSpPr>
            <p:cNvPr descr="Horizontal Divider" id="71" name="Google Shape;71;p13"/>
            <p:cNvCxnSpPr/>
            <p:nvPr/>
          </p:nvCxnSpPr>
          <p:spPr>
            <a:xfrm>
              <a:off x="361752" y="7528519"/>
              <a:ext cx="4587600" cy="0"/>
            </a:xfrm>
            <a:prstGeom prst="straightConnector1">
              <a:avLst/>
            </a:prstGeom>
            <a:noFill/>
            <a:ln cap="flat" cmpd="sng" w="15875">
              <a:solidFill>
                <a:schemeClr val="dk2"/>
              </a:solidFill>
              <a:prstDash val="dash"/>
              <a:round/>
              <a:headEnd len="sm" w="sm" type="none"/>
              <a:tailEnd len="sm" w="sm" type="none"/>
            </a:ln>
          </p:spPr>
        </p:cxnSp>
      </p:grpSp>
      <p:grpSp>
        <p:nvGrpSpPr>
          <p:cNvPr id="72" name="Google Shape;72;p13"/>
          <p:cNvGrpSpPr/>
          <p:nvPr/>
        </p:nvGrpSpPr>
        <p:grpSpPr>
          <a:xfrm>
            <a:off x="336513" y="15052250"/>
            <a:ext cx="4618882" cy="4934403"/>
            <a:chOff x="360000" y="3843000"/>
            <a:chExt cx="4618882" cy="4934403"/>
          </a:xfrm>
        </p:grpSpPr>
        <p:sp>
          <p:nvSpPr>
            <p:cNvPr id="73" name="Google Shape;73;p13"/>
            <p:cNvSpPr txBox="1"/>
            <p:nvPr/>
          </p:nvSpPr>
          <p:spPr>
            <a:xfrm>
              <a:off x="360000" y="3843000"/>
              <a:ext cx="4608000" cy="468600"/>
            </a:xfrm>
            <a:prstGeom prst="rect">
              <a:avLst/>
            </a:prstGeom>
            <a:noFill/>
            <a:ln>
              <a:noFill/>
            </a:ln>
          </p:spPr>
          <p:txBody>
            <a:bodyPr anchorCtr="0" anchor="t" bIns="18675" lIns="37375" spcFirstLastPara="1" rIns="37375" wrap="square" tIns="18675">
              <a:spAutoFit/>
            </a:bodyPr>
            <a:lstStyle/>
            <a:p>
              <a:pPr indent="0" lvl="0" marL="0" rtl="0" algn="l">
                <a:spcBef>
                  <a:spcPts val="0"/>
                </a:spcBef>
                <a:spcAft>
                  <a:spcPts val="0"/>
                </a:spcAft>
                <a:buSzPts val="1100"/>
                <a:buNone/>
              </a:pPr>
              <a:r>
                <a:rPr b="1" lang="en-GB" sz="2800">
                  <a:solidFill>
                    <a:srgbClr val="00262E"/>
                  </a:solidFill>
                  <a:latin typeface="Montserrat"/>
                  <a:ea typeface="Montserrat"/>
                  <a:cs typeface="Montserrat"/>
                  <a:sym typeface="Montserrat"/>
                </a:rPr>
                <a:t>Methodology</a:t>
              </a:r>
              <a:endParaRPr b="1" sz="2800">
                <a:solidFill>
                  <a:srgbClr val="00262E"/>
                </a:solidFill>
                <a:latin typeface="Montserrat"/>
                <a:ea typeface="Montserrat"/>
                <a:cs typeface="Montserrat"/>
                <a:sym typeface="Montserrat"/>
              </a:endParaRPr>
            </a:p>
          </p:txBody>
        </p:sp>
        <p:sp>
          <p:nvSpPr>
            <p:cNvPr id="74" name="Google Shape;74;p13"/>
            <p:cNvSpPr txBox="1"/>
            <p:nvPr/>
          </p:nvSpPr>
          <p:spPr>
            <a:xfrm>
              <a:off x="370882" y="4375203"/>
              <a:ext cx="4608000" cy="4402200"/>
            </a:xfrm>
            <a:prstGeom prst="rect">
              <a:avLst/>
            </a:prstGeom>
            <a:noFill/>
            <a:ln>
              <a:noFill/>
            </a:ln>
          </p:spPr>
          <p:txBody>
            <a:p>
              <a:pPr indent="0" lvl="0" marL="0" rtl="0" algn="l">
                <a:spcBef>
                  <a:spcPts val="0"/>
                </a:spcBef>
                <a:spcAft>
                  <a:spcPts val="0"/>
                </a:spcAft>
                <a:buSzPts val="1100"/>
                <a:buNone/>
              </a:pPr>
              <a:r>
                <a:rPr lang="en-GB" sz="2000">
                  <a:latin typeface="Poppins"/>
                  <a:ea typeface="Poppins"/>
                  <a:cs typeface="Poppins"/>
                  <a:sym typeface="Poppins"/>
                </a:rPr>
                <a:t>DeepSentinel uses a hybrid detection pipeline. Windows agents collect events and send them to a Flask server through the /receive_log API. Events are normalized into 11 behavioral features and scored using MinMax scaling, Isolation Forest pre-screening, and a PyTorch autoencoder. A heuristic layer evaluates after-hours access, threshold violations, sensitive path activity, and suspicious processes. These signals are blended into a final risk score with an explanation. Supporting modules provide UEBA, peer analysis, incident management, audit logging, honeypots, screen recording, and notification workflows.</a:t>
              </a:r>
              <a:endParaRPr sz="2000">
                <a:latin typeface="Poppins"/>
                <a:ea typeface="Poppins"/>
                <a:cs typeface="Poppins"/>
                <a:sym typeface="Poppins"/>
              </a:endParaRPr>
            </a:p>
          </p:txBody>
        </p:sp>
      </p:grpSp>
      <p:grpSp>
        <p:nvGrpSpPr>
          <p:cNvPr id="75" name="Google Shape;75;p13"/>
          <p:cNvGrpSpPr/>
          <p:nvPr/>
        </p:nvGrpSpPr>
        <p:grpSpPr>
          <a:xfrm>
            <a:off x="5237914" y="9912875"/>
            <a:ext cx="4618882" cy="2163903"/>
            <a:chOff x="360000" y="3843000"/>
            <a:chExt cx="4618882" cy="2163903"/>
          </a:xfrm>
        </p:grpSpPr>
        <p:sp>
          <p:nvSpPr>
            <p:cNvPr id="76" name="Google Shape;76;p13"/>
            <p:cNvSpPr txBox="1"/>
            <p:nvPr/>
          </p:nvSpPr>
          <p:spPr>
            <a:xfrm>
              <a:off x="360000" y="3843000"/>
              <a:ext cx="4608000" cy="468600"/>
            </a:xfrm>
            <a:prstGeom prst="rect">
              <a:avLst/>
            </a:prstGeom>
            <a:noFill/>
            <a:ln>
              <a:noFill/>
            </a:ln>
          </p:spPr>
          <p:txBody>
            <a:bodyPr anchorCtr="0" anchor="t" bIns="18675" lIns="37375" spcFirstLastPara="1" rIns="37375" wrap="square" tIns="18675">
              <a:spAutoFit/>
            </a:bodyPr>
            <a:lstStyle/>
            <a:p>
              <a:pPr indent="0" lvl="0" marL="0" rtl="0" algn="l">
                <a:spcBef>
                  <a:spcPts val="0"/>
                </a:spcBef>
                <a:spcAft>
                  <a:spcPts val="0"/>
                </a:spcAft>
                <a:buSzPts val="1100"/>
                <a:buNone/>
              </a:pPr>
              <a:r>
                <a:rPr b="1" lang="en-GB" sz="2800">
                  <a:solidFill>
                    <a:srgbClr val="00262E"/>
                  </a:solidFill>
                  <a:latin typeface="Montserrat"/>
                  <a:ea typeface="Montserrat"/>
                  <a:cs typeface="Montserrat"/>
                  <a:sym typeface="Montserrat"/>
                </a:rPr>
                <a:t>Results &amp; Discussions</a:t>
              </a:r>
              <a:endParaRPr b="1" sz="2800">
                <a:solidFill>
                  <a:srgbClr val="00262E"/>
                </a:solidFill>
                <a:latin typeface="Montserrat"/>
                <a:ea typeface="Montserrat"/>
                <a:cs typeface="Montserrat"/>
                <a:sym typeface="Montserrat"/>
              </a:endParaRPr>
            </a:p>
          </p:txBody>
        </p:sp>
        <p:sp>
          <p:nvSpPr>
            <p:cNvPr id="77" name="Google Shape;77;p13"/>
            <p:cNvSpPr txBox="1"/>
            <p:nvPr/>
          </p:nvSpPr>
          <p:spPr>
            <a:xfrm>
              <a:off x="370882" y="4375203"/>
              <a:ext cx="4608000" cy="1631700"/>
            </a:xfrm>
            <a:prstGeom prst="rect">
              <a:avLst/>
            </a:prstGeom>
            <a:noFill/>
            <a:ln>
              <a:noFill/>
            </a:ln>
          </p:spPr>
          <p:txBody>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Project validation shows about 80% detection accuracy with near real-time performance. Average event latency is approximately 100-150 ms, and the server handles close to 1,000 events per minute in a single-node setup. The hybrid scoring approach improves analyst trust because alerts contain both a score and an explanation. The architecture is operationally useful because incidents, user risk trends, and audit evidence are retained for investigation and compliance reporting.</a:t>
              </a:r>
              <a:endParaRPr sz="2000">
                <a:latin typeface="Poppins"/>
                <a:ea typeface="Poppins"/>
                <a:cs typeface="Poppins"/>
                <a:sym typeface="Poppins"/>
              </a:endParaRPr>
            </a:p>
          </p:txBody>
        </p:sp>
      </p:grpSp>
      <p:grpSp>
        <p:nvGrpSpPr>
          <p:cNvPr id="78" name="Google Shape;78;p13"/>
          <p:cNvGrpSpPr/>
          <p:nvPr/>
        </p:nvGrpSpPr>
        <p:grpSpPr>
          <a:xfrm>
            <a:off x="10094302" y="4059025"/>
            <a:ext cx="4660243" cy="6374644"/>
            <a:chOff x="318639" y="3843000"/>
            <a:chExt cx="4660243" cy="6374644"/>
          </a:xfrm>
        </p:grpSpPr>
        <p:sp>
          <p:nvSpPr>
            <p:cNvPr id="79" name="Google Shape;79;p13"/>
            <p:cNvSpPr txBox="1"/>
            <p:nvPr/>
          </p:nvSpPr>
          <p:spPr>
            <a:xfrm>
              <a:off x="360000" y="3843000"/>
              <a:ext cx="4608000" cy="468600"/>
            </a:xfrm>
            <a:prstGeom prst="rect">
              <a:avLst/>
            </a:prstGeom>
            <a:noFill/>
            <a:ln>
              <a:noFill/>
            </a:ln>
          </p:spPr>
          <p:txBody>
            <a:bodyPr anchorCtr="0" anchor="t" bIns="18675" lIns="37375" spcFirstLastPara="1" rIns="37375" wrap="square" tIns="18675">
              <a:spAutoFit/>
            </a:bodyPr>
            <a:lstStyle/>
            <a:p>
              <a:pPr indent="0" lvl="0" marL="0" marR="0" rtl="0" algn="l">
                <a:spcBef>
                  <a:spcPts val="0"/>
                </a:spcBef>
                <a:spcAft>
                  <a:spcPts val="0"/>
                </a:spcAft>
                <a:buNone/>
              </a:pPr>
              <a:r>
                <a:rPr b="1" lang="en-GB" sz="2800">
                  <a:solidFill>
                    <a:srgbClr val="00262E"/>
                  </a:solidFill>
                  <a:latin typeface="Montserrat"/>
                  <a:ea typeface="Montserrat"/>
                  <a:cs typeface="Montserrat"/>
                  <a:sym typeface="Montserrat"/>
                </a:rPr>
                <a:t>Conclusion </a:t>
              </a:r>
              <a:endParaRPr sz="1800">
                <a:solidFill>
                  <a:srgbClr val="00262E"/>
                </a:solidFill>
              </a:endParaRPr>
            </a:p>
          </p:txBody>
        </p:sp>
        <p:sp>
          <p:nvSpPr>
            <p:cNvPr id="80" name="Google Shape;80;p13"/>
            <p:cNvSpPr txBox="1"/>
            <p:nvPr/>
          </p:nvSpPr>
          <p:spPr>
            <a:xfrm>
              <a:off x="370882" y="4375203"/>
              <a:ext cx="4608000" cy="5633700"/>
            </a:xfrm>
            <a:prstGeom prst="rect">
              <a:avLst/>
            </a:prstGeom>
            <a:noFill/>
            <a:ln>
              <a:noFill/>
            </a:ln>
          </p:spPr>
          <p:txBody>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DeepSentinel demonstrates that insider threat monitoring is stronger when behavioral analytics, anomaly detection, and response workflows operate as one system. The framework delivers continuous event collection, interpretable risk scoring, incident grouping, and security automation in an enterprise-ready SIEM. Current results show useful accuracy and low latency for real-time monitoring. Future work can focus on larger-scale evaluation, adaptive threshold learning, richer NLP-based threat analysis, and wider deployment across multi-LAN enterprise environments.</a:t>
              </a:r>
              <a:endParaRPr sz="2000">
                <a:latin typeface="Poppins"/>
                <a:ea typeface="Poppins"/>
                <a:cs typeface="Poppins"/>
                <a:sym typeface="Poppins"/>
              </a:endParaRPr>
            </a:p>
          </p:txBody>
        </p:sp>
        <p:cxnSp>
          <p:nvCxnSpPr>
            <p:cNvPr descr="Horizontal Divider" id="81" name="Google Shape;81;p13"/>
            <p:cNvCxnSpPr/>
            <p:nvPr/>
          </p:nvCxnSpPr>
          <p:spPr>
            <a:xfrm>
              <a:off x="318639" y="10217644"/>
              <a:ext cx="4587600" cy="0"/>
            </a:xfrm>
            <a:prstGeom prst="straightConnector1">
              <a:avLst/>
            </a:prstGeom>
            <a:noFill/>
            <a:ln cap="flat" cmpd="sng" w="15875">
              <a:solidFill>
                <a:schemeClr val="dk2"/>
              </a:solidFill>
              <a:prstDash val="dash"/>
              <a:round/>
              <a:headEnd len="sm" w="sm" type="none"/>
              <a:tailEnd len="sm" w="sm" type="none"/>
            </a:ln>
          </p:spPr>
        </p:cxnSp>
      </p:grpSp>
      <p:grpSp>
        <p:nvGrpSpPr>
          <p:cNvPr id="82" name="Google Shape;82;p13"/>
          <p:cNvGrpSpPr/>
          <p:nvPr/>
        </p:nvGrpSpPr>
        <p:grpSpPr>
          <a:xfrm>
            <a:off x="10135663" y="10689925"/>
            <a:ext cx="4618882" cy="9244203"/>
            <a:chOff x="360000" y="3843000"/>
            <a:chExt cx="4618882" cy="9244203"/>
          </a:xfrm>
        </p:grpSpPr>
        <p:sp>
          <p:nvSpPr>
            <p:cNvPr id="83" name="Google Shape;83;p13"/>
            <p:cNvSpPr txBox="1"/>
            <p:nvPr/>
          </p:nvSpPr>
          <p:spPr>
            <a:xfrm>
              <a:off x="360000" y="3843000"/>
              <a:ext cx="4608000" cy="468600"/>
            </a:xfrm>
            <a:prstGeom prst="rect">
              <a:avLst/>
            </a:prstGeom>
            <a:noFill/>
            <a:ln>
              <a:noFill/>
            </a:ln>
          </p:spPr>
          <p:txBody>
            <a:bodyPr anchorCtr="0" anchor="t" bIns="18675" lIns="37375" spcFirstLastPara="1" rIns="37375" wrap="square" tIns="18675">
              <a:spAutoFit/>
            </a:bodyPr>
            <a:lstStyle/>
            <a:p>
              <a:pPr indent="0" lvl="0" marL="0" marR="0" rtl="0" algn="l">
                <a:spcBef>
                  <a:spcPts val="0"/>
                </a:spcBef>
                <a:spcAft>
                  <a:spcPts val="0"/>
                </a:spcAft>
                <a:buNone/>
              </a:pPr>
              <a:r>
                <a:rPr b="1" lang="en-GB" sz="2800">
                  <a:solidFill>
                    <a:srgbClr val="00262E"/>
                  </a:solidFill>
                  <a:latin typeface="Montserrat"/>
                  <a:ea typeface="Montserrat"/>
                  <a:cs typeface="Montserrat"/>
                  <a:sym typeface="Montserrat"/>
                </a:rPr>
                <a:t>References</a:t>
              </a:r>
              <a:endParaRPr sz="1800">
                <a:solidFill>
                  <a:srgbClr val="00262E"/>
                </a:solidFill>
              </a:endParaRPr>
            </a:p>
          </p:txBody>
        </p:sp>
        <p:sp>
          <p:nvSpPr>
            <p:cNvPr id="84" name="Google Shape;84;p13"/>
            <p:cNvSpPr txBox="1"/>
            <p:nvPr/>
          </p:nvSpPr>
          <p:spPr>
            <a:xfrm>
              <a:off x="370882" y="4375203"/>
              <a:ext cx="4608000" cy="8712000"/>
            </a:xfrm>
            <a:prstGeom prst="rect">
              <a:avLst/>
            </a:prstGeom>
            <a:noFill/>
            <a:ln>
              <a:noFill/>
            </a:ln>
          </p:spPr>
          <p:txBody>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[1] DeepSentinel Project Documentation, "DeepContext.md," ver. 4.0, Apr. 1, 2026.</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[2] F. T. Liu, K. M. Ting, and Z.-H. Zhou, "Isolation Forest," in Proc. IEEE ICDM, 2008, pp. 413-422.</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[3] M. Sakurada and T. Yairi, "Anomaly Detection Using Autoencoders with Nonlinear Dimensionality Reduction," in Proc. MLSDA, 2014, pp. 4-11.</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[4] A. Paszke et al., "PyTorch: An Imperative Style, High-Performance Deep Learning Library," NeurIPS, 2019.</a:t>
              </a:r>
              <a:endParaRPr sz="2000">
                <a:latin typeface="Poppins"/>
                <a:ea typeface="Poppins"/>
                <a:cs typeface="Poppins"/>
                <a:sym typeface="Poppins"/>
              </a:endParaRPr>
            </a:p>
          </p:txBody>
        </p:sp>
      </p:grpSp>
      <p:sp>
        <p:nvSpPr>
          <p:cNvPr id="85" name="Google Shape;85;p13"/>
          <p:cNvSpPr txBox="1"/>
          <p:nvPr/>
        </p:nvSpPr>
        <p:spPr>
          <a:xfrm>
            <a:off x="5239800" y="17936353"/>
            <a:ext cx="4608000" cy="2555100"/>
          </a:xfrm>
          <a:prstGeom prst="rect">
            <a:avLst/>
          </a:prstGeom>
          <a:noFill/>
          <a:ln>
            <a:noFill/>
          </a:ln>
        </p:spPr>
        <p:txBody>
          <a:p>
            <a:pPr indent="0" lvl="0" marL="0" rtl="0" algn="l">
              <a:spcBef>
                <a:spcPts val="0"/>
              </a:spcBef>
              <a:spcAft>
                <a:spcPts val="0"/>
              </a:spcAft>
              <a:buSzPts val="1100"/>
              <a:buNone/>
            </a:pPr>
            <a:r>
              <a:rPr lang="en-GB" sz="2000">
                <a:latin typeface="Poppins"/>
                <a:ea typeface="Poppins"/>
                <a:cs typeface="Poppins"/>
                <a:sym typeface="Poppins"/>
              </a:rPr>
              <a:t>Key performance and design metrics from the deployed hybrid detection pipeline are summarized in the table.</a:t>
            </a:r>
            <a:endParaRPr sz="2000">
              <a:latin typeface="Poppins"/>
              <a:ea typeface="Poppins"/>
              <a:cs typeface="Poppins"/>
              <a:sym typeface="Poppins"/>
            </a:endParaRPr>
          </a:p>
        </p:txBody>
      </p:sp>
      <p:cxnSp>
        <p:nvCxnSpPr>
          <p:cNvPr descr="Horizontal Divider" id="86" name="Google Shape;86;p13"/>
          <p:cNvCxnSpPr/>
          <p:nvPr/>
        </p:nvCxnSpPr>
        <p:spPr>
          <a:xfrm>
            <a:off x="5250000" y="9741644"/>
            <a:ext cx="4587600" cy="0"/>
          </a:xfrm>
          <a:prstGeom prst="straightConnector1">
            <a:avLst/>
          </a:prstGeom>
          <a:noFill/>
          <a:ln cap="flat" cmpd="sng" w="15875">
            <a:solidFill>
              <a:schemeClr val="dk2"/>
            </a:solidFill>
            <a:prstDash val="dash"/>
            <a:round/>
            <a:headEnd len="sm" w="sm" type="none"/>
            <a:tailEnd len="sm" w="sm" type="none"/>
          </a:ln>
        </p:spPr>
      </p:cxnSp>
      <p:cxnSp>
        <p:nvCxnSpPr>
          <p:cNvPr descr="Horizontal Divider" id="87" name="Google Shape;87;p13"/>
          <p:cNvCxnSpPr/>
          <p:nvPr/>
        </p:nvCxnSpPr>
        <p:spPr>
          <a:xfrm rot="10800000">
            <a:off x="5097600" y="4043225"/>
            <a:ext cx="0" cy="15938100"/>
          </a:xfrm>
          <a:prstGeom prst="straightConnector1">
            <a:avLst/>
          </a:prstGeom>
          <a:noFill/>
          <a:ln cap="flat" cmpd="sng" w="15875">
            <a:solidFill>
              <a:schemeClr val="dk2"/>
            </a:solidFill>
            <a:prstDash val="dash"/>
            <a:round/>
            <a:headEnd len="sm" w="sm" type="none"/>
            <a:tailEnd len="sm" w="sm" type="none"/>
          </a:ln>
        </p:spPr>
      </p:cxnSp>
      <p:cxnSp>
        <p:nvCxnSpPr>
          <p:cNvPr descr="Horizontal Divider" id="88" name="Google Shape;88;p13"/>
          <p:cNvCxnSpPr/>
          <p:nvPr/>
        </p:nvCxnSpPr>
        <p:spPr>
          <a:xfrm rot="10800000">
            <a:off x="9976200" y="4059025"/>
            <a:ext cx="0" cy="15938100"/>
          </a:xfrm>
          <a:prstGeom prst="straightConnector1">
            <a:avLst/>
          </a:prstGeom>
          <a:noFill/>
          <a:ln cap="flat" cmpd="sng" w="15875">
            <a:solidFill>
              <a:schemeClr val="dk2"/>
            </a:solidFill>
            <a:prstDash val="dash"/>
            <a:round/>
            <a:headEnd len="sm" w="sm" type="none"/>
            <a:tailEnd len="sm" w="sm" type="none"/>
          </a:ln>
        </p:spPr>
      </p:cxnSp>
      <p:pic>
        <p:nvPicPr>
          <p:cNvPr id="89" name="Google Shape;89;p13" title="Logo_Colloquium26_White2.png"/>
          <p:cNvPicPr preferRelativeResize="0"/>
          <p:nvPr/>
        </p:nvPicPr>
        <p:blipFill rotWithShape="1">
          <a:blip r:embed="rId7">
            <a:alphaModFix/>
          </a:blip>
          <a:srcRect b="0" l="0" r="0" t="10"/>
          <a:stretch/>
        </p:blipFill>
        <p:spPr>
          <a:xfrm>
            <a:off x="5994760" y="20652754"/>
            <a:ext cx="3098081" cy="5140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